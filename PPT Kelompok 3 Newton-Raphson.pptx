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Glacial Indifference Bold" charset="1" panose="00000800000000000000"/>
      <p:regular r:id="rId24"/>
    </p:embeddedFont>
    <p:embeddedFont>
      <p:font typeface="Inter Ultra-Bold" charset="1" panose="02000503000000020004"/>
      <p:regular r:id="rId25"/>
    </p:embeddedFont>
    <p:embeddedFont>
      <p:font typeface="Inter Bold" charset="1" panose="020B0802030000000004"/>
      <p:regular r:id="rId26"/>
    </p:embeddedFont>
    <p:embeddedFont>
      <p:font typeface="Glacial Indifference" charset="1" panose="00000000000000000000"/>
      <p:regular r:id="rId27"/>
    </p:embeddedFont>
    <p:embeddedFont>
      <p:font typeface="Garet Ultra-Bold" charset="1" panose="000000000000000000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embeddings/oleObject1.bin" Type="http://schemas.openxmlformats.org/officeDocument/2006/relationships/oleObject"/><Relationship Id="rId4"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embeddings/oleObject2.bin" Type="http://schemas.openxmlformats.org/officeDocument/2006/relationships/oleObject"/><Relationship Id="rId4"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9.png" Type="http://schemas.openxmlformats.org/officeDocument/2006/relationships/image"/><Relationship Id="rId5" Target="../embeddings/oleObject3.bin" Type="http://schemas.openxmlformats.org/officeDocument/2006/relationships/oleObjec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0.png" Type="http://schemas.openxmlformats.org/officeDocument/2006/relationships/image"/><Relationship Id="rId5" Target="../embeddings/oleObject4.bin" Type="http://schemas.openxmlformats.org/officeDocument/2006/relationships/oleObjec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192A"/>
        </a:solidFill>
      </p:bgPr>
    </p:bg>
    <p:spTree>
      <p:nvGrpSpPr>
        <p:cNvPr id="1" name=""/>
        <p:cNvGrpSpPr/>
        <p:nvPr/>
      </p:nvGrpSpPr>
      <p:grpSpPr>
        <a:xfrm>
          <a:off x="0" y="0"/>
          <a:ext cx="0" cy="0"/>
          <a:chOff x="0" y="0"/>
          <a:chExt cx="0" cy="0"/>
        </a:xfrm>
      </p:grpSpPr>
      <p:grpSp>
        <p:nvGrpSpPr>
          <p:cNvPr name="Group 2" id="2"/>
          <p:cNvGrpSpPr/>
          <p:nvPr/>
        </p:nvGrpSpPr>
        <p:grpSpPr>
          <a:xfrm rot="0">
            <a:off x="12681133" y="-652021"/>
            <a:ext cx="6616104" cy="12980712"/>
            <a:chOff x="0" y="0"/>
            <a:chExt cx="1742513" cy="3418788"/>
          </a:xfrm>
        </p:grpSpPr>
        <p:sp>
          <p:nvSpPr>
            <p:cNvPr name="Freeform 3" id="3"/>
            <p:cNvSpPr/>
            <p:nvPr/>
          </p:nvSpPr>
          <p:spPr>
            <a:xfrm flipH="false" flipV="false" rot="0">
              <a:off x="0" y="0"/>
              <a:ext cx="1742513" cy="3418788"/>
            </a:xfrm>
            <a:custGeom>
              <a:avLst/>
              <a:gdLst/>
              <a:ahLst/>
              <a:cxnLst/>
              <a:rect r="r" b="b" t="t" l="l"/>
              <a:pathLst>
                <a:path h="3418788" w="1742513">
                  <a:moveTo>
                    <a:pt x="59678" y="0"/>
                  </a:moveTo>
                  <a:lnTo>
                    <a:pt x="1682835" y="0"/>
                  </a:lnTo>
                  <a:cubicBezTo>
                    <a:pt x="1715794" y="0"/>
                    <a:pt x="1742513" y="26719"/>
                    <a:pt x="1742513" y="59678"/>
                  </a:cubicBezTo>
                  <a:lnTo>
                    <a:pt x="1742513" y="3359110"/>
                  </a:lnTo>
                  <a:cubicBezTo>
                    <a:pt x="1742513" y="3392069"/>
                    <a:pt x="1715794" y="3418788"/>
                    <a:pt x="1682835" y="3418788"/>
                  </a:cubicBezTo>
                  <a:lnTo>
                    <a:pt x="59678" y="3418788"/>
                  </a:lnTo>
                  <a:cubicBezTo>
                    <a:pt x="43851" y="3418788"/>
                    <a:pt x="28671" y="3412501"/>
                    <a:pt x="17479" y="3401309"/>
                  </a:cubicBezTo>
                  <a:cubicBezTo>
                    <a:pt x="6288" y="3390117"/>
                    <a:pt x="0" y="3374937"/>
                    <a:pt x="0" y="3359110"/>
                  </a:cubicBezTo>
                  <a:lnTo>
                    <a:pt x="0" y="59678"/>
                  </a:lnTo>
                  <a:cubicBezTo>
                    <a:pt x="0" y="26719"/>
                    <a:pt x="26719" y="0"/>
                    <a:pt x="59678" y="0"/>
                  </a:cubicBezTo>
                  <a:close/>
                </a:path>
              </a:pathLst>
            </a:custGeom>
            <a:solidFill>
              <a:srgbClr val="EB9515"/>
            </a:solidFill>
          </p:spPr>
        </p:sp>
        <p:sp>
          <p:nvSpPr>
            <p:cNvPr name="TextBox 4" id="4"/>
            <p:cNvSpPr txBox="true"/>
            <p:nvPr/>
          </p:nvSpPr>
          <p:spPr>
            <a:xfrm>
              <a:off x="0" y="-38100"/>
              <a:ext cx="1742513" cy="345688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2894043" y="8568722"/>
            <a:ext cx="17363513" cy="2442184"/>
            <a:chOff x="0" y="0"/>
            <a:chExt cx="4573106" cy="643209"/>
          </a:xfrm>
        </p:grpSpPr>
        <p:sp>
          <p:nvSpPr>
            <p:cNvPr name="Freeform 6" id="6"/>
            <p:cNvSpPr/>
            <p:nvPr/>
          </p:nvSpPr>
          <p:spPr>
            <a:xfrm flipH="false" flipV="false" rot="0">
              <a:off x="0" y="0"/>
              <a:ext cx="4573107" cy="643209"/>
            </a:xfrm>
            <a:custGeom>
              <a:avLst/>
              <a:gdLst/>
              <a:ahLst/>
              <a:cxnLst/>
              <a:rect r="r" b="b" t="t" l="l"/>
              <a:pathLst>
                <a:path h="643209" w="4573107">
                  <a:moveTo>
                    <a:pt x="22740" y="0"/>
                  </a:moveTo>
                  <a:lnTo>
                    <a:pt x="4550367" y="0"/>
                  </a:lnTo>
                  <a:cubicBezTo>
                    <a:pt x="4556398" y="0"/>
                    <a:pt x="4562182" y="2396"/>
                    <a:pt x="4566446" y="6660"/>
                  </a:cubicBezTo>
                  <a:cubicBezTo>
                    <a:pt x="4570711" y="10925"/>
                    <a:pt x="4573107" y="16709"/>
                    <a:pt x="4573107" y="22740"/>
                  </a:cubicBezTo>
                  <a:lnTo>
                    <a:pt x="4573107" y="620469"/>
                  </a:lnTo>
                  <a:cubicBezTo>
                    <a:pt x="4573107" y="633028"/>
                    <a:pt x="4562926" y="643209"/>
                    <a:pt x="4550367" y="643209"/>
                  </a:cubicBezTo>
                  <a:lnTo>
                    <a:pt x="22740" y="643209"/>
                  </a:lnTo>
                  <a:cubicBezTo>
                    <a:pt x="10181" y="643209"/>
                    <a:pt x="0" y="633028"/>
                    <a:pt x="0" y="620469"/>
                  </a:cubicBezTo>
                  <a:lnTo>
                    <a:pt x="0" y="22740"/>
                  </a:lnTo>
                  <a:cubicBezTo>
                    <a:pt x="0" y="10181"/>
                    <a:pt x="10181" y="0"/>
                    <a:pt x="22740" y="0"/>
                  </a:cubicBezTo>
                  <a:close/>
                </a:path>
              </a:pathLst>
            </a:custGeom>
            <a:solidFill>
              <a:srgbClr val="FFFFFF"/>
            </a:solidFill>
          </p:spPr>
        </p:sp>
        <p:sp>
          <p:nvSpPr>
            <p:cNvPr name="TextBox 7" id="7"/>
            <p:cNvSpPr txBox="true"/>
            <p:nvPr/>
          </p:nvSpPr>
          <p:spPr>
            <a:xfrm>
              <a:off x="0" y="-38100"/>
              <a:ext cx="4573106" cy="681309"/>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2962150" y="5838335"/>
            <a:ext cx="13778473" cy="860684"/>
            <a:chOff x="0" y="0"/>
            <a:chExt cx="3628898" cy="226682"/>
          </a:xfrm>
        </p:grpSpPr>
        <p:sp>
          <p:nvSpPr>
            <p:cNvPr name="Freeform 9" id="9"/>
            <p:cNvSpPr/>
            <p:nvPr/>
          </p:nvSpPr>
          <p:spPr>
            <a:xfrm flipH="false" flipV="false" rot="0">
              <a:off x="0" y="0"/>
              <a:ext cx="3628898" cy="226682"/>
            </a:xfrm>
            <a:custGeom>
              <a:avLst/>
              <a:gdLst/>
              <a:ahLst/>
              <a:cxnLst/>
              <a:rect r="r" b="b" t="t" l="l"/>
              <a:pathLst>
                <a:path h="226682" w="3628898">
                  <a:moveTo>
                    <a:pt x="28656" y="0"/>
                  </a:moveTo>
                  <a:lnTo>
                    <a:pt x="3600242" y="0"/>
                  </a:lnTo>
                  <a:cubicBezTo>
                    <a:pt x="3616068" y="0"/>
                    <a:pt x="3628898" y="12830"/>
                    <a:pt x="3628898" y="28656"/>
                  </a:cubicBezTo>
                  <a:lnTo>
                    <a:pt x="3628898" y="198026"/>
                  </a:lnTo>
                  <a:cubicBezTo>
                    <a:pt x="3628898" y="213852"/>
                    <a:pt x="3616068" y="226682"/>
                    <a:pt x="3600242" y="226682"/>
                  </a:cubicBezTo>
                  <a:lnTo>
                    <a:pt x="28656" y="226682"/>
                  </a:lnTo>
                  <a:cubicBezTo>
                    <a:pt x="21056" y="226682"/>
                    <a:pt x="13767" y="223663"/>
                    <a:pt x="8393" y="218289"/>
                  </a:cubicBezTo>
                  <a:cubicBezTo>
                    <a:pt x="3019" y="212915"/>
                    <a:pt x="0" y="205626"/>
                    <a:pt x="0" y="198026"/>
                  </a:cubicBezTo>
                  <a:lnTo>
                    <a:pt x="0" y="28656"/>
                  </a:lnTo>
                  <a:cubicBezTo>
                    <a:pt x="0" y="12830"/>
                    <a:pt x="12830" y="0"/>
                    <a:pt x="28656" y="0"/>
                  </a:cubicBezTo>
                  <a:close/>
                </a:path>
              </a:pathLst>
            </a:custGeom>
            <a:solidFill>
              <a:srgbClr val="EB9515"/>
            </a:solidFill>
          </p:spPr>
        </p:sp>
        <p:sp>
          <p:nvSpPr>
            <p:cNvPr name="TextBox 10" id="10"/>
            <p:cNvSpPr txBox="true"/>
            <p:nvPr/>
          </p:nvSpPr>
          <p:spPr>
            <a:xfrm>
              <a:off x="0" y="-38100"/>
              <a:ext cx="3628898" cy="264782"/>
            </a:xfrm>
            <a:prstGeom prst="rect">
              <a:avLst/>
            </a:prstGeom>
          </p:spPr>
          <p:txBody>
            <a:bodyPr anchor="ctr" rtlCol="false" tIns="50800" lIns="50800" bIns="50800" rIns="50800"/>
            <a:lstStyle/>
            <a:p>
              <a:pPr algn="ctr">
                <a:lnSpc>
                  <a:spcPts val="3079"/>
                </a:lnSpc>
                <a:spcBef>
                  <a:spcPct val="0"/>
                </a:spcBef>
              </a:pPr>
            </a:p>
          </p:txBody>
        </p:sp>
      </p:grpSp>
      <p:grpSp>
        <p:nvGrpSpPr>
          <p:cNvPr name="Group 11" id="11"/>
          <p:cNvGrpSpPr/>
          <p:nvPr/>
        </p:nvGrpSpPr>
        <p:grpSpPr>
          <a:xfrm rot="0">
            <a:off x="12681133" y="-102870"/>
            <a:ext cx="5606867" cy="10389870"/>
            <a:chOff x="0" y="0"/>
            <a:chExt cx="868650" cy="1609663"/>
          </a:xfrm>
        </p:grpSpPr>
        <p:sp>
          <p:nvSpPr>
            <p:cNvPr name="Freeform 12" id="12"/>
            <p:cNvSpPr/>
            <p:nvPr/>
          </p:nvSpPr>
          <p:spPr>
            <a:xfrm flipH="false" flipV="false" rot="0">
              <a:off x="0" y="0"/>
              <a:ext cx="868650" cy="1609663"/>
            </a:xfrm>
            <a:custGeom>
              <a:avLst/>
              <a:gdLst/>
              <a:ahLst/>
              <a:cxnLst/>
              <a:rect r="r" b="b" t="t" l="l"/>
              <a:pathLst>
                <a:path h="1609663" w="868650">
                  <a:moveTo>
                    <a:pt x="0" y="0"/>
                  </a:moveTo>
                  <a:lnTo>
                    <a:pt x="868650" y="0"/>
                  </a:lnTo>
                  <a:lnTo>
                    <a:pt x="868650" y="1609663"/>
                  </a:lnTo>
                  <a:lnTo>
                    <a:pt x="0" y="1609663"/>
                  </a:lnTo>
                  <a:close/>
                </a:path>
              </a:pathLst>
            </a:custGeom>
            <a:blipFill>
              <a:blip r:embed="rId2"/>
              <a:stretch>
                <a:fillRect l="-122779" t="0" r="-122779" b="0"/>
              </a:stretch>
            </a:blipFill>
          </p:spPr>
        </p:sp>
      </p:grpSp>
      <p:sp>
        <p:nvSpPr>
          <p:cNvPr name="TextBox 13" id="13"/>
          <p:cNvSpPr txBox="true"/>
          <p:nvPr/>
        </p:nvSpPr>
        <p:spPr>
          <a:xfrm rot="0">
            <a:off x="612093" y="3020827"/>
            <a:ext cx="9787622" cy="2817508"/>
          </a:xfrm>
          <a:prstGeom prst="rect">
            <a:avLst/>
          </a:prstGeom>
        </p:spPr>
        <p:txBody>
          <a:bodyPr anchor="t" rtlCol="false" tIns="0" lIns="0" bIns="0" rIns="0">
            <a:spAutoFit/>
          </a:bodyPr>
          <a:lstStyle/>
          <a:p>
            <a:pPr algn="l">
              <a:lnSpc>
                <a:spcPts val="10800"/>
              </a:lnSpc>
            </a:pPr>
            <a:r>
              <a:rPr lang="en-US" sz="10800" spc="-540" b="true">
                <a:solidFill>
                  <a:srgbClr val="FFFFFF"/>
                </a:solidFill>
                <a:latin typeface="Glacial Indifference Bold"/>
                <a:ea typeface="Glacial Indifference Bold"/>
                <a:cs typeface="Glacial Indifference Bold"/>
                <a:sym typeface="Glacial Indifference Bold"/>
              </a:rPr>
              <a:t>Metode</a:t>
            </a:r>
          </a:p>
          <a:p>
            <a:pPr algn="l">
              <a:lnSpc>
                <a:spcPts val="10800"/>
              </a:lnSpc>
            </a:pPr>
            <a:r>
              <a:rPr lang="en-US" sz="10800" spc="-540" b="true">
                <a:solidFill>
                  <a:srgbClr val="FFFFFF"/>
                </a:solidFill>
                <a:latin typeface="Glacial Indifference Bold"/>
                <a:ea typeface="Glacial Indifference Bold"/>
                <a:cs typeface="Glacial Indifference Bold"/>
                <a:sym typeface="Glacial Indifference Bold"/>
              </a:rPr>
              <a:t>Newton Raphson</a:t>
            </a:r>
          </a:p>
        </p:txBody>
      </p:sp>
      <p:sp>
        <p:nvSpPr>
          <p:cNvPr name="TextBox 14" id="14"/>
          <p:cNvSpPr txBox="true"/>
          <p:nvPr/>
        </p:nvSpPr>
        <p:spPr>
          <a:xfrm rot="0">
            <a:off x="1028700" y="6033092"/>
            <a:ext cx="8547970" cy="433705"/>
          </a:xfrm>
          <a:prstGeom prst="rect">
            <a:avLst/>
          </a:prstGeom>
        </p:spPr>
        <p:txBody>
          <a:bodyPr anchor="t" rtlCol="false" tIns="0" lIns="0" bIns="0" rIns="0">
            <a:spAutoFit/>
          </a:bodyPr>
          <a:lstStyle/>
          <a:p>
            <a:pPr algn="l">
              <a:lnSpc>
                <a:spcPts val="3200"/>
              </a:lnSpc>
            </a:pPr>
            <a:r>
              <a:rPr lang="en-US" sz="3200" b="true">
                <a:solidFill>
                  <a:srgbClr val="000000"/>
                </a:solidFill>
                <a:latin typeface="Inter Ultra-Bold"/>
                <a:ea typeface="Inter Ultra-Bold"/>
                <a:cs typeface="Inter Ultra-Bold"/>
                <a:sym typeface="Inter Ultra-Bold"/>
              </a:rPr>
              <a:t>Berbasis Oject-Oriented Programming</a:t>
            </a:r>
          </a:p>
        </p:txBody>
      </p:sp>
      <p:sp>
        <p:nvSpPr>
          <p:cNvPr name="TextBox 15" id="15"/>
          <p:cNvSpPr txBox="true"/>
          <p:nvPr/>
        </p:nvSpPr>
        <p:spPr>
          <a:xfrm rot="0">
            <a:off x="398934" y="9161145"/>
            <a:ext cx="3851513" cy="628669"/>
          </a:xfrm>
          <a:prstGeom prst="rect">
            <a:avLst/>
          </a:prstGeom>
        </p:spPr>
        <p:txBody>
          <a:bodyPr anchor="t" rtlCol="false" tIns="0" lIns="0" bIns="0" rIns="0">
            <a:spAutoFit/>
          </a:bodyPr>
          <a:lstStyle/>
          <a:p>
            <a:pPr algn="l">
              <a:lnSpc>
                <a:spcPts val="4687"/>
              </a:lnSpc>
            </a:pPr>
            <a:r>
              <a:rPr lang="en-US" sz="4687" b="true">
                <a:solidFill>
                  <a:srgbClr val="00192A"/>
                </a:solidFill>
                <a:latin typeface="Inter Ultra-Bold"/>
                <a:ea typeface="Inter Ultra-Bold"/>
                <a:cs typeface="Inter Ultra-Bold"/>
                <a:sym typeface="Inter Ultra-Bold"/>
              </a:rPr>
              <a:t>Kelompok 3</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747134" y="9258300"/>
            <a:ext cx="17363513" cy="2442184"/>
            <a:chOff x="0" y="0"/>
            <a:chExt cx="4573106" cy="643209"/>
          </a:xfrm>
        </p:grpSpPr>
        <p:sp>
          <p:nvSpPr>
            <p:cNvPr name="Freeform 3" id="3"/>
            <p:cNvSpPr/>
            <p:nvPr/>
          </p:nvSpPr>
          <p:spPr>
            <a:xfrm flipH="false" flipV="false" rot="0">
              <a:off x="0" y="0"/>
              <a:ext cx="4573107" cy="643209"/>
            </a:xfrm>
            <a:custGeom>
              <a:avLst/>
              <a:gdLst/>
              <a:ahLst/>
              <a:cxnLst/>
              <a:rect r="r" b="b" t="t" l="l"/>
              <a:pathLst>
                <a:path h="643209" w="4573107">
                  <a:moveTo>
                    <a:pt x="22740" y="0"/>
                  </a:moveTo>
                  <a:lnTo>
                    <a:pt x="4550367" y="0"/>
                  </a:lnTo>
                  <a:cubicBezTo>
                    <a:pt x="4556398" y="0"/>
                    <a:pt x="4562182" y="2396"/>
                    <a:pt x="4566446" y="6660"/>
                  </a:cubicBezTo>
                  <a:cubicBezTo>
                    <a:pt x="4570711" y="10925"/>
                    <a:pt x="4573107" y="16709"/>
                    <a:pt x="4573107" y="22740"/>
                  </a:cubicBezTo>
                  <a:lnTo>
                    <a:pt x="4573107" y="620469"/>
                  </a:lnTo>
                  <a:cubicBezTo>
                    <a:pt x="4573107" y="633028"/>
                    <a:pt x="4562926" y="643209"/>
                    <a:pt x="4550367" y="643209"/>
                  </a:cubicBezTo>
                  <a:lnTo>
                    <a:pt x="22740" y="643209"/>
                  </a:lnTo>
                  <a:cubicBezTo>
                    <a:pt x="10181" y="643209"/>
                    <a:pt x="0" y="633028"/>
                    <a:pt x="0" y="620469"/>
                  </a:cubicBezTo>
                  <a:lnTo>
                    <a:pt x="0" y="22740"/>
                  </a:lnTo>
                  <a:cubicBezTo>
                    <a:pt x="0" y="10181"/>
                    <a:pt x="10181" y="0"/>
                    <a:pt x="22740" y="0"/>
                  </a:cubicBezTo>
                  <a:close/>
                </a:path>
              </a:pathLst>
            </a:custGeom>
            <a:solidFill>
              <a:srgbClr val="00192A"/>
            </a:solidFill>
          </p:spPr>
        </p:sp>
        <p:sp>
          <p:nvSpPr>
            <p:cNvPr name="TextBox 4" id="4"/>
            <p:cNvSpPr txBox="true"/>
            <p:nvPr/>
          </p:nvSpPr>
          <p:spPr>
            <a:xfrm>
              <a:off x="0" y="-38100"/>
              <a:ext cx="4573106" cy="681309"/>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5230210" y="-1862984"/>
            <a:ext cx="3058918" cy="12980712"/>
            <a:chOff x="0" y="0"/>
            <a:chExt cx="805641" cy="3418788"/>
          </a:xfrm>
        </p:grpSpPr>
        <p:sp>
          <p:nvSpPr>
            <p:cNvPr name="Freeform 6" id="6"/>
            <p:cNvSpPr/>
            <p:nvPr/>
          </p:nvSpPr>
          <p:spPr>
            <a:xfrm flipH="false" flipV="false" rot="0">
              <a:off x="0" y="0"/>
              <a:ext cx="805641" cy="3418788"/>
            </a:xfrm>
            <a:custGeom>
              <a:avLst/>
              <a:gdLst/>
              <a:ahLst/>
              <a:cxnLst/>
              <a:rect r="r" b="b" t="t" l="l"/>
              <a:pathLst>
                <a:path h="3418788" w="805641">
                  <a:moveTo>
                    <a:pt x="129078" y="0"/>
                  </a:moveTo>
                  <a:lnTo>
                    <a:pt x="676563" y="0"/>
                  </a:lnTo>
                  <a:cubicBezTo>
                    <a:pt x="710797" y="0"/>
                    <a:pt x="743628" y="13599"/>
                    <a:pt x="767835" y="37806"/>
                  </a:cubicBezTo>
                  <a:cubicBezTo>
                    <a:pt x="792042" y="62013"/>
                    <a:pt x="805641" y="94844"/>
                    <a:pt x="805641" y="129078"/>
                  </a:cubicBezTo>
                  <a:lnTo>
                    <a:pt x="805641" y="3289710"/>
                  </a:lnTo>
                  <a:cubicBezTo>
                    <a:pt x="805641" y="3323944"/>
                    <a:pt x="792042" y="3356775"/>
                    <a:pt x="767835" y="3380982"/>
                  </a:cubicBezTo>
                  <a:cubicBezTo>
                    <a:pt x="743628" y="3405189"/>
                    <a:pt x="710797" y="3418788"/>
                    <a:pt x="676563" y="3418788"/>
                  </a:cubicBezTo>
                  <a:lnTo>
                    <a:pt x="129078" y="3418788"/>
                  </a:lnTo>
                  <a:cubicBezTo>
                    <a:pt x="94844" y="3418788"/>
                    <a:pt x="62013" y="3405189"/>
                    <a:pt x="37806" y="3380982"/>
                  </a:cubicBezTo>
                  <a:cubicBezTo>
                    <a:pt x="13599" y="3356775"/>
                    <a:pt x="0" y="3323944"/>
                    <a:pt x="0" y="3289710"/>
                  </a:cubicBezTo>
                  <a:lnTo>
                    <a:pt x="0" y="129078"/>
                  </a:lnTo>
                  <a:cubicBezTo>
                    <a:pt x="0" y="94844"/>
                    <a:pt x="13599" y="62013"/>
                    <a:pt x="37806" y="37806"/>
                  </a:cubicBezTo>
                  <a:cubicBezTo>
                    <a:pt x="62013" y="13599"/>
                    <a:pt x="94844" y="0"/>
                    <a:pt x="129078" y="0"/>
                  </a:cubicBezTo>
                  <a:close/>
                </a:path>
              </a:pathLst>
            </a:custGeom>
            <a:solidFill>
              <a:srgbClr val="00192A"/>
            </a:solidFill>
          </p:spPr>
        </p:sp>
        <p:sp>
          <p:nvSpPr>
            <p:cNvPr name="TextBox 7" id="7"/>
            <p:cNvSpPr txBox="true"/>
            <p:nvPr/>
          </p:nvSpPr>
          <p:spPr>
            <a:xfrm>
              <a:off x="0" y="-38100"/>
              <a:ext cx="805641" cy="345688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3355553" y="1917232"/>
            <a:ext cx="10461225" cy="2052915"/>
            <a:chOff x="0" y="0"/>
            <a:chExt cx="3393781" cy="665997"/>
          </a:xfrm>
        </p:grpSpPr>
        <p:sp>
          <p:nvSpPr>
            <p:cNvPr name="Freeform 9" id="9"/>
            <p:cNvSpPr/>
            <p:nvPr/>
          </p:nvSpPr>
          <p:spPr>
            <a:xfrm flipH="false" flipV="false" rot="0">
              <a:off x="0" y="0"/>
              <a:ext cx="3393780" cy="665997"/>
            </a:xfrm>
            <a:custGeom>
              <a:avLst/>
              <a:gdLst/>
              <a:ahLst/>
              <a:cxnLst/>
              <a:rect r="r" b="b" t="t" l="l"/>
              <a:pathLst>
                <a:path h="665997" w="3393780">
                  <a:moveTo>
                    <a:pt x="37743" y="0"/>
                  </a:moveTo>
                  <a:lnTo>
                    <a:pt x="3356037" y="0"/>
                  </a:lnTo>
                  <a:cubicBezTo>
                    <a:pt x="3366048" y="0"/>
                    <a:pt x="3375647" y="3976"/>
                    <a:pt x="3382726" y="11055"/>
                  </a:cubicBezTo>
                  <a:cubicBezTo>
                    <a:pt x="3389804" y="18133"/>
                    <a:pt x="3393780" y="27733"/>
                    <a:pt x="3393780" y="37743"/>
                  </a:cubicBezTo>
                  <a:lnTo>
                    <a:pt x="3393780" y="628254"/>
                  </a:lnTo>
                  <a:cubicBezTo>
                    <a:pt x="3393780" y="638264"/>
                    <a:pt x="3389804" y="647864"/>
                    <a:pt x="3382726" y="654942"/>
                  </a:cubicBezTo>
                  <a:cubicBezTo>
                    <a:pt x="3375647" y="662020"/>
                    <a:pt x="3366048" y="665997"/>
                    <a:pt x="3356037" y="665997"/>
                  </a:cubicBezTo>
                  <a:lnTo>
                    <a:pt x="37743" y="665997"/>
                  </a:lnTo>
                  <a:cubicBezTo>
                    <a:pt x="27733" y="665997"/>
                    <a:pt x="18133" y="662020"/>
                    <a:pt x="11055" y="654942"/>
                  </a:cubicBezTo>
                  <a:cubicBezTo>
                    <a:pt x="3976" y="647864"/>
                    <a:pt x="0" y="638264"/>
                    <a:pt x="0" y="628254"/>
                  </a:cubicBezTo>
                  <a:lnTo>
                    <a:pt x="0" y="37743"/>
                  </a:lnTo>
                  <a:cubicBezTo>
                    <a:pt x="0" y="27733"/>
                    <a:pt x="3976" y="18133"/>
                    <a:pt x="11055" y="11055"/>
                  </a:cubicBezTo>
                  <a:cubicBezTo>
                    <a:pt x="18133" y="3976"/>
                    <a:pt x="27733" y="0"/>
                    <a:pt x="37743" y="0"/>
                  </a:cubicBezTo>
                  <a:close/>
                </a:path>
              </a:pathLst>
            </a:custGeom>
            <a:solidFill>
              <a:srgbClr val="EB9515"/>
            </a:solidFill>
          </p:spPr>
        </p:sp>
        <p:sp>
          <p:nvSpPr>
            <p:cNvPr name="TextBox 10" id="10"/>
            <p:cNvSpPr txBox="true"/>
            <p:nvPr/>
          </p:nvSpPr>
          <p:spPr>
            <a:xfrm>
              <a:off x="0" y="-38100"/>
              <a:ext cx="3393781" cy="704097"/>
            </a:xfrm>
            <a:prstGeom prst="rect">
              <a:avLst/>
            </a:prstGeom>
          </p:spPr>
          <p:txBody>
            <a:bodyPr anchor="ctr" rtlCol="false" tIns="50800" lIns="50800" bIns="50800" rIns="50800"/>
            <a:lstStyle/>
            <a:p>
              <a:pPr algn="ctr">
                <a:lnSpc>
                  <a:spcPts val="3079"/>
                </a:lnSpc>
                <a:spcBef>
                  <a:spcPct val="0"/>
                </a:spcBef>
              </a:pPr>
            </a:p>
          </p:txBody>
        </p:sp>
      </p:grpSp>
      <p:sp>
        <p:nvSpPr>
          <p:cNvPr name="TextBox 11" id="11"/>
          <p:cNvSpPr txBox="true"/>
          <p:nvPr/>
        </p:nvSpPr>
        <p:spPr>
          <a:xfrm rot="0">
            <a:off x="5456373" y="2404327"/>
            <a:ext cx="6805437" cy="1154926"/>
          </a:xfrm>
          <a:prstGeom prst="rect">
            <a:avLst/>
          </a:prstGeom>
        </p:spPr>
        <p:txBody>
          <a:bodyPr anchor="t" rtlCol="false" tIns="0" lIns="0" bIns="0" rIns="0">
            <a:spAutoFit/>
          </a:bodyPr>
          <a:lstStyle/>
          <a:p>
            <a:pPr algn="l">
              <a:lnSpc>
                <a:spcPts val="4442"/>
              </a:lnSpc>
            </a:pPr>
            <a:r>
              <a:rPr lang="en-US" sz="4442" b="true">
                <a:solidFill>
                  <a:srgbClr val="00192A"/>
                </a:solidFill>
                <a:latin typeface="Inter Bold"/>
                <a:ea typeface="Inter Bold"/>
                <a:cs typeface="Inter Bold"/>
                <a:sym typeface="Inter Bold"/>
              </a:rPr>
              <a:t>RAHMANIAR ANINDINI</a:t>
            </a:r>
          </a:p>
          <a:p>
            <a:pPr algn="ctr">
              <a:lnSpc>
                <a:spcPts val="4442"/>
              </a:lnSpc>
            </a:pPr>
            <a:r>
              <a:rPr lang="en-US" b="true" sz="4442">
                <a:solidFill>
                  <a:srgbClr val="00192A"/>
                </a:solidFill>
                <a:latin typeface="Inter Bold"/>
                <a:ea typeface="Inter Bold"/>
                <a:cs typeface="Inter Bold"/>
                <a:sym typeface="Inter Bold"/>
              </a:rPr>
              <a:t>230101501008</a:t>
            </a:r>
          </a:p>
        </p:txBody>
      </p:sp>
      <p:sp>
        <p:nvSpPr>
          <p:cNvPr name="TextBox 12" id="12"/>
          <p:cNvSpPr txBox="true"/>
          <p:nvPr/>
        </p:nvSpPr>
        <p:spPr>
          <a:xfrm rot="0">
            <a:off x="6417775" y="655003"/>
            <a:ext cx="5070017" cy="1012189"/>
          </a:xfrm>
          <a:prstGeom prst="rect">
            <a:avLst/>
          </a:prstGeom>
        </p:spPr>
        <p:txBody>
          <a:bodyPr anchor="t" rtlCol="false" tIns="0" lIns="0" bIns="0" rIns="0">
            <a:spAutoFit/>
          </a:bodyPr>
          <a:lstStyle/>
          <a:p>
            <a:pPr algn="l">
              <a:lnSpc>
                <a:spcPts val="7599"/>
              </a:lnSpc>
            </a:pPr>
            <a:r>
              <a:rPr lang="en-US" sz="7599" spc="-379" b="true">
                <a:solidFill>
                  <a:srgbClr val="00192A"/>
                </a:solidFill>
                <a:latin typeface="Glacial Indifference Bold"/>
                <a:ea typeface="Glacial Indifference Bold"/>
                <a:cs typeface="Glacial Indifference Bold"/>
                <a:sym typeface="Glacial Indifference Bold"/>
              </a:rPr>
              <a:t>Kelompok 3</a:t>
            </a:r>
          </a:p>
        </p:txBody>
      </p:sp>
      <p:grpSp>
        <p:nvGrpSpPr>
          <p:cNvPr name="Group 13" id="13"/>
          <p:cNvGrpSpPr/>
          <p:nvPr/>
        </p:nvGrpSpPr>
        <p:grpSpPr>
          <a:xfrm rot="0">
            <a:off x="3507953" y="4306108"/>
            <a:ext cx="10461225" cy="2052915"/>
            <a:chOff x="0" y="0"/>
            <a:chExt cx="3393781" cy="665997"/>
          </a:xfrm>
        </p:grpSpPr>
        <p:sp>
          <p:nvSpPr>
            <p:cNvPr name="Freeform 14" id="14"/>
            <p:cNvSpPr/>
            <p:nvPr/>
          </p:nvSpPr>
          <p:spPr>
            <a:xfrm flipH="false" flipV="false" rot="0">
              <a:off x="0" y="0"/>
              <a:ext cx="3393780" cy="665997"/>
            </a:xfrm>
            <a:custGeom>
              <a:avLst/>
              <a:gdLst/>
              <a:ahLst/>
              <a:cxnLst/>
              <a:rect r="r" b="b" t="t" l="l"/>
              <a:pathLst>
                <a:path h="665997" w="3393780">
                  <a:moveTo>
                    <a:pt x="37743" y="0"/>
                  </a:moveTo>
                  <a:lnTo>
                    <a:pt x="3356037" y="0"/>
                  </a:lnTo>
                  <a:cubicBezTo>
                    <a:pt x="3366048" y="0"/>
                    <a:pt x="3375647" y="3976"/>
                    <a:pt x="3382726" y="11055"/>
                  </a:cubicBezTo>
                  <a:cubicBezTo>
                    <a:pt x="3389804" y="18133"/>
                    <a:pt x="3393780" y="27733"/>
                    <a:pt x="3393780" y="37743"/>
                  </a:cubicBezTo>
                  <a:lnTo>
                    <a:pt x="3393780" y="628254"/>
                  </a:lnTo>
                  <a:cubicBezTo>
                    <a:pt x="3393780" y="638264"/>
                    <a:pt x="3389804" y="647864"/>
                    <a:pt x="3382726" y="654942"/>
                  </a:cubicBezTo>
                  <a:cubicBezTo>
                    <a:pt x="3375647" y="662020"/>
                    <a:pt x="3366048" y="665997"/>
                    <a:pt x="3356037" y="665997"/>
                  </a:cubicBezTo>
                  <a:lnTo>
                    <a:pt x="37743" y="665997"/>
                  </a:lnTo>
                  <a:cubicBezTo>
                    <a:pt x="27733" y="665997"/>
                    <a:pt x="18133" y="662020"/>
                    <a:pt x="11055" y="654942"/>
                  </a:cubicBezTo>
                  <a:cubicBezTo>
                    <a:pt x="3976" y="647864"/>
                    <a:pt x="0" y="638264"/>
                    <a:pt x="0" y="628254"/>
                  </a:cubicBezTo>
                  <a:lnTo>
                    <a:pt x="0" y="37743"/>
                  </a:lnTo>
                  <a:cubicBezTo>
                    <a:pt x="0" y="27733"/>
                    <a:pt x="3976" y="18133"/>
                    <a:pt x="11055" y="11055"/>
                  </a:cubicBezTo>
                  <a:cubicBezTo>
                    <a:pt x="18133" y="3976"/>
                    <a:pt x="27733" y="0"/>
                    <a:pt x="37743" y="0"/>
                  </a:cubicBezTo>
                  <a:close/>
                </a:path>
              </a:pathLst>
            </a:custGeom>
            <a:solidFill>
              <a:srgbClr val="EB9515"/>
            </a:solidFill>
          </p:spPr>
        </p:sp>
        <p:sp>
          <p:nvSpPr>
            <p:cNvPr name="TextBox 15" id="15"/>
            <p:cNvSpPr txBox="true"/>
            <p:nvPr/>
          </p:nvSpPr>
          <p:spPr>
            <a:xfrm>
              <a:off x="0" y="-38100"/>
              <a:ext cx="3393781" cy="704097"/>
            </a:xfrm>
            <a:prstGeom prst="rect">
              <a:avLst/>
            </a:prstGeom>
          </p:spPr>
          <p:txBody>
            <a:bodyPr anchor="ctr" rtlCol="false" tIns="50800" lIns="50800" bIns="50800" rIns="50800"/>
            <a:lstStyle/>
            <a:p>
              <a:pPr algn="ctr">
                <a:lnSpc>
                  <a:spcPts val="3079"/>
                </a:lnSpc>
                <a:spcBef>
                  <a:spcPct val="0"/>
                </a:spcBef>
              </a:pPr>
            </a:p>
          </p:txBody>
        </p:sp>
      </p:grpSp>
      <p:grpSp>
        <p:nvGrpSpPr>
          <p:cNvPr name="Group 16" id="16"/>
          <p:cNvGrpSpPr/>
          <p:nvPr/>
        </p:nvGrpSpPr>
        <p:grpSpPr>
          <a:xfrm rot="0">
            <a:off x="3507953" y="6694985"/>
            <a:ext cx="10461225" cy="2052915"/>
            <a:chOff x="0" y="0"/>
            <a:chExt cx="3393781" cy="665997"/>
          </a:xfrm>
        </p:grpSpPr>
        <p:sp>
          <p:nvSpPr>
            <p:cNvPr name="Freeform 17" id="17"/>
            <p:cNvSpPr/>
            <p:nvPr/>
          </p:nvSpPr>
          <p:spPr>
            <a:xfrm flipH="false" flipV="false" rot="0">
              <a:off x="0" y="0"/>
              <a:ext cx="3393780" cy="665997"/>
            </a:xfrm>
            <a:custGeom>
              <a:avLst/>
              <a:gdLst/>
              <a:ahLst/>
              <a:cxnLst/>
              <a:rect r="r" b="b" t="t" l="l"/>
              <a:pathLst>
                <a:path h="665997" w="3393780">
                  <a:moveTo>
                    <a:pt x="37743" y="0"/>
                  </a:moveTo>
                  <a:lnTo>
                    <a:pt x="3356037" y="0"/>
                  </a:lnTo>
                  <a:cubicBezTo>
                    <a:pt x="3366048" y="0"/>
                    <a:pt x="3375647" y="3976"/>
                    <a:pt x="3382726" y="11055"/>
                  </a:cubicBezTo>
                  <a:cubicBezTo>
                    <a:pt x="3389804" y="18133"/>
                    <a:pt x="3393780" y="27733"/>
                    <a:pt x="3393780" y="37743"/>
                  </a:cubicBezTo>
                  <a:lnTo>
                    <a:pt x="3393780" y="628254"/>
                  </a:lnTo>
                  <a:cubicBezTo>
                    <a:pt x="3393780" y="638264"/>
                    <a:pt x="3389804" y="647864"/>
                    <a:pt x="3382726" y="654942"/>
                  </a:cubicBezTo>
                  <a:cubicBezTo>
                    <a:pt x="3375647" y="662020"/>
                    <a:pt x="3366048" y="665997"/>
                    <a:pt x="3356037" y="665997"/>
                  </a:cubicBezTo>
                  <a:lnTo>
                    <a:pt x="37743" y="665997"/>
                  </a:lnTo>
                  <a:cubicBezTo>
                    <a:pt x="27733" y="665997"/>
                    <a:pt x="18133" y="662020"/>
                    <a:pt x="11055" y="654942"/>
                  </a:cubicBezTo>
                  <a:cubicBezTo>
                    <a:pt x="3976" y="647864"/>
                    <a:pt x="0" y="638264"/>
                    <a:pt x="0" y="628254"/>
                  </a:cubicBezTo>
                  <a:lnTo>
                    <a:pt x="0" y="37743"/>
                  </a:lnTo>
                  <a:cubicBezTo>
                    <a:pt x="0" y="27733"/>
                    <a:pt x="3976" y="18133"/>
                    <a:pt x="11055" y="11055"/>
                  </a:cubicBezTo>
                  <a:cubicBezTo>
                    <a:pt x="18133" y="3976"/>
                    <a:pt x="27733" y="0"/>
                    <a:pt x="37743" y="0"/>
                  </a:cubicBezTo>
                  <a:close/>
                </a:path>
              </a:pathLst>
            </a:custGeom>
            <a:solidFill>
              <a:srgbClr val="EB9515"/>
            </a:solidFill>
          </p:spPr>
        </p:sp>
        <p:sp>
          <p:nvSpPr>
            <p:cNvPr name="TextBox 18" id="18"/>
            <p:cNvSpPr txBox="true"/>
            <p:nvPr/>
          </p:nvSpPr>
          <p:spPr>
            <a:xfrm>
              <a:off x="0" y="-38100"/>
              <a:ext cx="3393781" cy="704097"/>
            </a:xfrm>
            <a:prstGeom prst="rect">
              <a:avLst/>
            </a:prstGeom>
          </p:spPr>
          <p:txBody>
            <a:bodyPr anchor="ctr" rtlCol="false" tIns="50800" lIns="50800" bIns="50800" rIns="50800"/>
            <a:lstStyle/>
            <a:p>
              <a:pPr algn="ctr">
                <a:lnSpc>
                  <a:spcPts val="3079"/>
                </a:lnSpc>
                <a:spcBef>
                  <a:spcPct val="0"/>
                </a:spcBef>
              </a:pPr>
            </a:p>
          </p:txBody>
        </p:sp>
      </p:grpSp>
      <p:sp>
        <p:nvSpPr>
          <p:cNvPr name="TextBox 19" id="19"/>
          <p:cNvSpPr txBox="true"/>
          <p:nvPr/>
        </p:nvSpPr>
        <p:spPr>
          <a:xfrm rot="0">
            <a:off x="5456373" y="4703572"/>
            <a:ext cx="6805437" cy="1160586"/>
          </a:xfrm>
          <a:prstGeom prst="rect">
            <a:avLst/>
          </a:prstGeom>
        </p:spPr>
        <p:txBody>
          <a:bodyPr anchor="t" rtlCol="false" tIns="0" lIns="0" bIns="0" rIns="0">
            <a:spAutoFit/>
          </a:bodyPr>
          <a:lstStyle/>
          <a:p>
            <a:pPr algn="ctr">
              <a:lnSpc>
                <a:spcPts val="4442"/>
              </a:lnSpc>
            </a:pPr>
            <a:r>
              <a:rPr lang="en-US" b="true" sz="4442">
                <a:solidFill>
                  <a:srgbClr val="00192A"/>
                </a:solidFill>
                <a:latin typeface="Inter Bold"/>
                <a:ea typeface="Inter Bold"/>
                <a:cs typeface="Inter Bold"/>
                <a:sym typeface="Inter Bold"/>
              </a:rPr>
              <a:t>RIKA ANDRIANI</a:t>
            </a:r>
          </a:p>
          <a:p>
            <a:pPr algn="ctr">
              <a:lnSpc>
                <a:spcPts val="4442"/>
              </a:lnSpc>
            </a:pPr>
            <a:r>
              <a:rPr lang="en-US" b="true" sz="4442">
                <a:solidFill>
                  <a:srgbClr val="00192A"/>
                </a:solidFill>
                <a:latin typeface="Inter Bold"/>
                <a:ea typeface="Inter Bold"/>
                <a:cs typeface="Inter Bold"/>
                <a:sym typeface="Inter Bold"/>
              </a:rPr>
              <a:t>230101501010</a:t>
            </a:r>
          </a:p>
        </p:txBody>
      </p:sp>
      <p:sp>
        <p:nvSpPr>
          <p:cNvPr name="TextBox 20" id="20"/>
          <p:cNvSpPr txBox="true"/>
          <p:nvPr/>
        </p:nvSpPr>
        <p:spPr>
          <a:xfrm rot="0">
            <a:off x="4769604" y="7092449"/>
            <a:ext cx="8512804" cy="1154926"/>
          </a:xfrm>
          <a:prstGeom prst="rect">
            <a:avLst/>
          </a:prstGeom>
        </p:spPr>
        <p:txBody>
          <a:bodyPr anchor="t" rtlCol="false" tIns="0" lIns="0" bIns="0" rIns="0">
            <a:spAutoFit/>
          </a:bodyPr>
          <a:lstStyle/>
          <a:p>
            <a:pPr algn="l">
              <a:lnSpc>
                <a:spcPts val="4442"/>
              </a:lnSpc>
            </a:pPr>
            <a:r>
              <a:rPr lang="en-US" sz="4442" b="true">
                <a:solidFill>
                  <a:srgbClr val="00192A"/>
                </a:solidFill>
                <a:latin typeface="Inter Bold"/>
                <a:ea typeface="Inter Bold"/>
                <a:cs typeface="Inter Bold"/>
                <a:sym typeface="Inter Bold"/>
              </a:rPr>
              <a:t>MADE HERRY SULISTIAWAN</a:t>
            </a:r>
          </a:p>
          <a:p>
            <a:pPr algn="ctr">
              <a:lnSpc>
                <a:spcPts val="4442"/>
              </a:lnSpc>
            </a:pPr>
            <a:r>
              <a:rPr lang="en-US" b="true" sz="4442">
                <a:solidFill>
                  <a:srgbClr val="00192A"/>
                </a:solidFill>
                <a:latin typeface="Inter Bold"/>
                <a:ea typeface="Inter Bold"/>
                <a:cs typeface="Inter Bold"/>
                <a:sym typeface="Inter Bold"/>
              </a:rPr>
              <a:t>230101501011</a:t>
            </a:r>
          </a:p>
        </p:txBody>
      </p:sp>
      <p:grpSp>
        <p:nvGrpSpPr>
          <p:cNvPr name="Group 21" id="21"/>
          <p:cNvGrpSpPr/>
          <p:nvPr/>
        </p:nvGrpSpPr>
        <p:grpSpPr>
          <a:xfrm rot="0">
            <a:off x="-960664" y="-2184248"/>
            <a:ext cx="3058918" cy="12980712"/>
            <a:chOff x="0" y="0"/>
            <a:chExt cx="805641" cy="3418788"/>
          </a:xfrm>
        </p:grpSpPr>
        <p:sp>
          <p:nvSpPr>
            <p:cNvPr name="Freeform 22" id="22"/>
            <p:cNvSpPr/>
            <p:nvPr/>
          </p:nvSpPr>
          <p:spPr>
            <a:xfrm flipH="false" flipV="false" rot="0">
              <a:off x="0" y="0"/>
              <a:ext cx="805641" cy="3418788"/>
            </a:xfrm>
            <a:custGeom>
              <a:avLst/>
              <a:gdLst/>
              <a:ahLst/>
              <a:cxnLst/>
              <a:rect r="r" b="b" t="t" l="l"/>
              <a:pathLst>
                <a:path h="3418788" w="805641">
                  <a:moveTo>
                    <a:pt x="129078" y="0"/>
                  </a:moveTo>
                  <a:lnTo>
                    <a:pt x="676563" y="0"/>
                  </a:lnTo>
                  <a:cubicBezTo>
                    <a:pt x="710797" y="0"/>
                    <a:pt x="743628" y="13599"/>
                    <a:pt x="767835" y="37806"/>
                  </a:cubicBezTo>
                  <a:cubicBezTo>
                    <a:pt x="792042" y="62013"/>
                    <a:pt x="805641" y="94844"/>
                    <a:pt x="805641" y="129078"/>
                  </a:cubicBezTo>
                  <a:lnTo>
                    <a:pt x="805641" y="3289710"/>
                  </a:lnTo>
                  <a:cubicBezTo>
                    <a:pt x="805641" y="3323944"/>
                    <a:pt x="792042" y="3356775"/>
                    <a:pt x="767835" y="3380982"/>
                  </a:cubicBezTo>
                  <a:cubicBezTo>
                    <a:pt x="743628" y="3405189"/>
                    <a:pt x="710797" y="3418788"/>
                    <a:pt x="676563" y="3418788"/>
                  </a:cubicBezTo>
                  <a:lnTo>
                    <a:pt x="129078" y="3418788"/>
                  </a:lnTo>
                  <a:cubicBezTo>
                    <a:pt x="94844" y="3418788"/>
                    <a:pt x="62013" y="3405189"/>
                    <a:pt x="37806" y="3380982"/>
                  </a:cubicBezTo>
                  <a:cubicBezTo>
                    <a:pt x="13599" y="3356775"/>
                    <a:pt x="0" y="3323944"/>
                    <a:pt x="0" y="3289710"/>
                  </a:cubicBezTo>
                  <a:lnTo>
                    <a:pt x="0" y="129078"/>
                  </a:lnTo>
                  <a:cubicBezTo>
                    <a:pt x="0" y="94844"/>
                    <a:pt x="13599" y="62013"/>
                    <a:pt x="37806" y="37806"/>
                  </a:cubicBezTo>
                  <a:cubicBezTo>
                    <a:pt x="62013" y="13599"/>
                    <a:pt x="94844" y="0"/>
                    <a:pt x="129078" y="0"/>
                  </a:cubicBezTo>
                  <a:close/>
                </a:path>
              </a:pathLst>
            </a:custGeom>
            <a:solidFill>
              <a:srgbClr val="00192A"/>
            </a:solidFill>
          </p:spPr>
        </p:sp>
        <p:sp>
          <p:nvSpPr>
            <p:cNvPr name="TextBox 23" id="23"/>
            <p:cNvSpPr txBox="true"/>
            <p:nvPr/>
          </p:nvSpPr>
          <p:spPr>
            <a:xfrm>
              <a:off x="0" y="-38100"/>
              <a:ext cx="805641" cy="3456888"/>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31419" y="-1346856"/>
            <a:ext cx="1456581" cy="12980712"/>
            <a:chOff x="0" y="0"/>
            <a:chExt cx="383626" cy="3418788"/>
          </a:xfrm>
        </p:grpSpPr>
        <p:sp>
          <p:nvSpPr>
            <p:cNvPr name="Freeform 3" id="3"/>
            <p:cNvSpPr/>
            <p:nvPr/>
          </p:nvSpPr>
          <p:spPr>
            <a:xfrm flipH="false" flipV="false" rot="0">
              <a:off x="0" y="0"/>
              <a:ext cx="383626" cy="3418788"/>
            </a:xfrm>
            <a:custGeom>
              <a:avLst/>
              <a:gdLst/>
              <a:ahLst/>
              <a:cxnLst/>
              <a:rect r="r" b="b" t="t" l="l"/>
              <a:pathLst>
                <a:path h="3418788" w="383626">
                  <a:moveTo>
                    <a:pt x="191813" y="0"/>
                  </a:moveTo>
                  <a:lnTo>
                    <a:pt x="191813" y="0"/>
                  </a:lnTo>
                  <a:cubicBezTo>
                    <a:pt x="242685" y="0"/>
                    <a:pt x="291474" y="20209"/>
                    <a:pt x="327446" y="56181"/>
                  </a:cubicBezTo>
                  <a:cubicBezTo>
                    <a:pt x="363417" y="92153"/>
                    <a:pt x="383626" y="140941"/>
                    <a:pt x="383626" y="191813"/>
                  </a:cubicBezTo>
                  <a:lnTo>
                    <a:pt x="383626" y="3226975"/>
                  </a:lnTo>
                  <a:cubicBezTo>
                    <a:pt x="383626" y="3277847"/>
                    <a:pt x="363417" y="3326635"/>
                    <a:pt x="327446" y="3362608"/>
                  </a:cubicBezTo>
                  <a:cubicBezTo>
                    <a:pt x="291474" y="3398579"/>
                    <a:pt x="242685" y="3418788"/>
                    <a:pt x="191813" y="3418788"/>
                  </a:cubicBezTo>
                  <a:lnTo>
                    <a:pt x="191813" y="3418788"/>
                  </a:lnTo>
                  <a:cubicBezTo>
                    <a:pt x="140941" y="3418788"/>
                    <a:pt x="92153" y="3398579"/>
                    <a:pt x="56181" y="3362608"/>
                  </a:cubicBezTo>
                  <a:cubicBezTo>
                    <a:pt x="20209" y="3326635"/>
                    <a:pt x="0" y="3277847"/>
                    <a:pt x="0" y="3226975"/>
                  </a:cubicBezTo>
                  <a:lnTo>
                    <a:pt x="0" y="191813"/>
                  </a:lnTo>
                  <a:cubicBezTo>
                    <a:pt x="0" y="140941"/>
                    <a:pt x="20209" y="92153"/>
                    <a:pt x="56181" y="56181"/>
                  </a:cubicBezTo>
                  <a:cubicBezTo>
                    <a:pt x="92153" y="20209"/>
                    <a:pt x="140941" y="0"/>
                    <a:pt x="191813" y="0"/>
                  </a:cubicBezTo>
                  <a:close/>
                </a:path>
              </a:pathLst>
            </a:custGeom>
            <a:solidFill>
              <a:srgbClr val="00192A"/>
            </a:solidFill>
          </p:spPr>
        </p:sp>
        <p:sp>
          <p:nvSpPr>
            <p:cNvPr name="TextBox 4" id="4"/>
            <p:cNvSpPr txBox="true"/>
            <p:nvPr/>
          </p:nvSpPr>
          <p:spPr>
            <a:xfrm>
              <a:off x="0" y="-38100"/>
              <a:ext cx="383626" cy="345688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947613" y="2068640"/>
            <a:ext cx="9643842" cy="7709090"/>
            <a:chOff x="0" y="0"/>
            <a:chExt cx="3128609" cy="2500946"/>
          </a:xfrm>
        </p:grpSpPr>
        <p:sp>
          <p:nvSpPr>
            <p:cNvPr name="Freeform 6" id="6"/>
            <p:cNvSpPr/>
            <p:nvPr/>
          </p:nvSpPr>
          <p:spPr>
            <a:xfrm flipH="false" flipV="false" rot="0">
              <a:off x="0" y="0"/>
              <a:ext cx="3128609" cy="2500946"/>
            </a:xfrm>
            <a:custGeom>
              <a:avLst/>
              <a:gdLst/>
              <a:ahLst/>
              <a:cxnLst/>
              <a:rect r="r" b="b" t="t" l="l"/>
              <a:pathLst>
                <a:path h="2500946" w="3128609">
                  <a:moveTo>
                    <a:pt x="40942" y="0"/>
                  </a:moveTo>
                  <a:lnTo>
                    <a:pt x="3087667" y="0"/>
                  </a:lnTo>
                  <a:cubicBezTo>
                    <a:pt x="3098526" y="0"/>
                    <a:pt x="3108939" y="4314"/>
                    <a:pt x="3116618" y="11992"/>
                  </a:cubicBezTo>
                  <a:cubicBezTo>
                    <a:pt x="3124296" y="19670"/>
                    <a:pt x="3128609" y="30083"/>
                    <a:pt x="3128609" y="40942"/>
                  </a:cubicBezTo>
                  <a:lnTo>
                    <a:pt x="3128609" y="2460004"/>
                  </a:lnTo>
                  <a:cubicBezTo>
                    <a:pt x="3128609" y="2482616"/>
                    <a:pt x="3110279" y="2500946"/>
                    <a:pt x="3087667" y="2500946"/>
                  </a:cubicBezTo>
                  <a:lnTo>
                    <a:pt x="40942" y="2500946"/>
                  </a:lnTo>
                  <a:cubicBezTo>
                    <a:pt x="30083" y="2500946"/>
                    <a:pt x="19670" y="2496633"/>
                    <a:pt x="11992" y="2488954"/>
                  </a:cubicBezTo>
                  <a:cubicBezTo>
                    <a:pt x="4314" y="2481276"/>
                    <a:pt x="0" y="2470863"/>
                    <a:pt x="0" y="2460004"/>
                  </a:cubicBezTo>
                  <a:lnTo>
                    <a:pt x="0" y="40942"/>
                  </a:lnTo>
                  <a:cubicBezTo>
                    <a:pt x="0" y="18330"/>
                    <a:pt x="18330" y="0"/>
                    <a:pt x="40942" y="0"/>
                  </a:cubicBezTo>
                  <a:close/>
                </a:path>
              </a:pathLst>
            </a:custGeom>
            <a:solidFill>
              <a:srgbClr val="EB9515"/>
            </a:solidFill>
          </p:spPr>
        </p:sp>
        <p:sp>
          <p:nvSpPr>
            <p:cNvPr name="TextBox 7" id="7"/>
            <p:cNvSpPr txBox="true"/>
            <p:nvPr/>
          </p:nvSpPr>
          <p:spPr>
            <a:xfrm>
              <a:off x="0" y="-38100"/>
              <a:ext cx="3128609" cy="2539046"/>
            </a:xfrm>
            <a:prstGeom prst="rect">
              <a:avLst/>
            </a:prstGeom>
          </p:spPr>
          <p:txBody>
            <a:bodyPr anchor="ctr" rtlCol="false" tIns="50800" lIns="50800" bIns="50800" rIns="50800"/>
            <a:lstStyle/>
            <a:p>
              <a:pPr algn="ctr">
                <a:lnSpc>
                  <a:spcPts val="3079"/>
                </a:lnSpc>
                <a:spcBef>
                  <a:spcPct val="0"/>
                </a:spcBef>
              </a:pPr>
            </a:p>
          </p:txBody>
        </p:sp>
      </p:grpSp>
      <p:sp>
        <p:nvSpPr>
          <p:cNvPr name="Freeform 8" id="8"/>
          <p:cNvSpPr/>
          <p:nvPr/>
        </p:nvSpPr>
        <p:spPr>
          <a:xfrm flipH="false" flipV="false" rot="0">
            <a:off x="14551640" y="419453"/>
            <a:ext cx="1351044" cy="197861"/>
          </a:xfrm>
          <a:custGeom>
            <a:avLst/>
            <a:gdLst/>
            <a:ahLst/>
            <a:cxnLst/>
            <a:rect r="r" b="b" t="t" l="l"/>
            <a:pathLst>
              <a:path h="197861" w="1351044">
                <a:moveTo>
                  <a:pt x="0" y="0"/>
                </a:moveTo>
                <a:lnTo>
                  <a:pt x="1351044" y="0"/>
                </a:lnTo>
                <a:lnTo>
                  <a:pt x="1351044" y="197860"/>
                </a:lnTo>
                <a:lnTo>
                  <a:pt x="0" y="197860"/>
                </a:lnTo>
                <a:lnTo>
                  <a:pt x="0" y="0"/>
                </a:lnTo>
                <a:close/>
              </a:path>
            </a:pathLst>
          </a:custGeom>
          <a:blipFill>
            <a:blip r:embed="rId2">
              <a:extLst>
                <a:ext uri="{96DAC541-7B7A-43D3-8B79-37D633B846F1}">
                  <asvg:svgBlip xmlns:asvg="http://schemas.microsoft.com/office/drawing/2016/SVG/main" r:embed="rId3"/>
                </a:ext>
              </a:extLst>
            </a:blip>
            <a:stretch>
              <a:fillRect l="-204564" t="-1979642" r="0" b="0"/>
            </a:stretch>
          </a:blipFill>
        </p:spPr>
      </p:sp>
      <p:grpSp>
        <p:nvGrpSpPr>
          <p:cNvPr name="Group 9" id="9"/>
          <p:cNvGrpSpPr/>
          <p:nvPr/>
        </p:nvGrpSpPr>
        <p:grpSpPr>
          <a:xfrm rot="0">
            <a:off x="2099804" y="5739987"/>
            <a:ext cx="6280308" cy="2274488"/>
            <a:chOff x="0" y="0"/>
            <a:chExt cx="8373744" cy="3032650"/>
          </a:xfrm>
        </p:grpSpPr>
        <p:grpSp>
          <p:nvGrpSpPr>
            <p:cNvPr name="Group 10" id="10"/>
            <p:cNvGrpSpPr/>
            <p:nvPr/>
          </p:nvGrpSpPr>
          <p:grpSpPr>
            <a:xfrm rot="0">
              <a:off x="0" y="0"/>
              <a:ext cx="8373744" cy="3032650"/>
              <a:chOff x="0" y="0"/>
              <a:chExt cx="1744982" cy="631966"/>
            </a:xfrm>
          </p:grpSpPr>
          <p:sp>
            <p:nvSpPr>
              <p:cNvPr name="Freeform 11" id="11"/>
              <p:cNvSpPr/>
              <p:nvPr/>
            </p:nvSpPr>
            <p:spPr>
              <a:xfrm flipH="false" flipV="false" rot="0">
                <a:off x="0" y="0"/>
                <a:ext cx="1744982" cy="631966"/>
              </a:xfrm>
              <a:custGeom>
                <a:avLst/>
                <a:gdLst/>
                <a:ahLst/>
                <a:cxnLst/>
                <a:rect r="r" b="b" t="t" l="l"/>
                <a:pathLst>
                  <a:path h="631966" w="1744982">
                    <a:moveTo>
                      <a:pt x="73406" y="0"/>
                    </a:moveTo>
                    <a:lnTo>
                      <a:pt x="1671577" y="0"/>
                    </a:lnTo>
                    <a:cubicBezTo>
                      <a:pt x="1712117" y="0"/>
                      <a:pt x="1744982" y="32865"/>
                      <a:pt x="1744982" y="73406"/>
                    </a:cubicBezTo>
                    <a:lnTo>
                      <a:pt x="1744982" y="558560"/>
                    </a:lnTo>
                    <a:cubicBezTo>
                      <a:pt x="1744982" y="578029"/>
                      <a:pt x="1737248" y="596700"/>
                      <a:pt x="1723482" y="610466"/>
                    </a:cubicBezTo>
                    <a:cubicBezTo>
                      <a:pt x="1709716" y="624232"/>
                      <a:pt x="1691045" y="631966"/>
                      <a:pt x="1671577" y="631966"/>
                    </a:cubicBezTo>
                    <a:lnTo>
                      <a:pt x="73406" y="631966"/>
                    </a:lnTo>
                    <a:cubicBezTo>
                      <a:pt x="32865" y="631966"/>
                      <a:pt x="0" y="599101"/>
                      <a:pt x="0" y="558560"/>
                    </a:cubicBezTo>
                    <a:lnTo>
                      <a:pt x="0" y="73406"/>
                    </a:lnTo>
                    <a:cubicBezTo>
                      <a:pt x="0" y="32865"/>
                      <a:pt x="32865" y="0"/>
                      <a:pt x="73406" y="0"/>
                    </a:cubicBezTo>
                    <a:close/>
                  </a:path>
                </a:pathLst>
              </a:custGeom>
              <a:solidFill>
                <a:srgbClr val="E7C38C"/>
              </a:solidFill>
            </p:spPr>
          </p:sp>
          <p:sp>
            <p:nvSpPr>
              <p:cNvPr name="TextBox 12" id="12"/>
              <p:cNvSpPr txBox="true"/>
              <p:nvPr/>
            </p:nvSpPr>
            <p:spPr>
              <a:xfrm>
                <a:off x="0" y="-38100"/>
                <a:ext cx="1744982" cy="670066"/>
              </a:xfrm>
              <a:prstGeom prst="rect">
                <a:avLst/>
              </a:prstGeom>
            </p:spPr>
            <p:txBody>
              <a:bodyPr anchor="ctr" rtlCol="false" tIns="50800" lIns="50800" bIns="50800" rIns="50800"/>
              <a:lstStyle/>
              <a:p>
                <a:pPr algn="ctr">
                  <a:lnSpc>
                    <a:spcPts val="3080"/>
                  </a:lnSpc>
                  <a:spcBef>
                    <a:spcPct val="0"/>
                  </a:spcBef>
                </a:pPr>
              </a:p>
            </p:txBody>
          </p:sp>
        </p:grpSp>
        <p:sp>
          <p:nvSpPr>
            <p:cNvPr name="Freeform 13" id="13"/>
            <p:cNvSpPr/>
            <p:nvPr/>
          </p:nvSpPr>
          <p:spPr>
            <a:xfrm flipH="false" flipV="false" rot="0">
              <a:off x="417294" y="326410"/>
              <a:ext cx="7956450" cy="2379831"/>
            </a:xfrm>
            <a:custGeom>
              <a:avLst/>
              <a:gdLst/>
              <a:ahLst/>
              <a:cxnLst/>
              <a:rect r="r" b="b" t="t" l="l"/>
              <a:pathLst>
                <a:path h="2379831" w="7956450">
                  <a:moveTo>
                    <a:pt x="0" y="0"/>
                  </a:moveTo>
                  <a:lnTo>
                    <a:pt x="7956450" y="0"/>
                  </a:lnTo>
                  <a:lnTo>
                    <a:pt x="7956450" y="2379831"/>
                  </a:lnTo>
                  <a:lnTo>
                    <a:pt x="0" y="2379831"/>
                  </a:lnTo>
                  <a:lnTo>
                    <a:pt x="0" y="0"/>
                  </a:lnTo>
                  <a:close/>
                </a:path>
              </a:pathLst>
            </a:custGeom>
            <a:blipFill>
              <a:blip r:embed="rId4"/>
              <a:stretch>
                <a:fillRect l="0" t="0" r="0" b="0"/>
              </a:stretch>
            </a:blipFill>
          </p:spPr>
        </p:sp>
      </p:grpSp>
      <p:pic>
        <p:nvPicPr>
          <p:cNvPr name="Picture 14" id="14"/>
          <p:cNvPicPr>
            <a:picLocks noChangeAspect="true"/>
          </p:cNvPicPr>
          <p:nvPr/>
        </p:nvPicPr>
        <p:blipFill>
          <a:blip r:embed="rId5"/>
          <a:stretch>
            <a:fillRect/>
          </a:stretch>
        </p:blipFill>
        <p:spPr>
          <a:xfrm rot="0">
            <a:off x="10388247" y="2512186"/>
            <a:ext cx="6746989" cy="7201921"/>
          </a:xfrm>
          <a:prstGeom prst="rect">
            <a:avLst/>
          </a:prstGeom>
        </p:spPr>
      </p:pic>
      <p:sp>
        <p:nvSpPr>
          <p:cNvPr name="TextBox 15" id="15"/>
          <p:cNvSpPr txBox="true"/>
          <p:nvPr/>
        </p:nvSpPr>
        <p:spPr>
          <a:xfrm rot="0">
            <a:off x="537984" y="562328"/>
            <a:ext cx="12665091" cy="1012189"/>
          </a:xfrm>
          <a:prstGeom prst="rect">
            <a:avLst/>
          </a:prstGeom>
        </p:spPr>
        <p:txBody>
          <a:bodyPr anchor="t" rtlCol="false" tIns="0" lIns="0" bIns="0" rIns="0">
            <a:spAutoFit/>
          </a:bodyPr>
          <a:lstStyle/>
          <a:p>
            <a:pPr algn="l">
              <a:lnSpc>
                <a:spcPts val="7599"/>
              </a:lnSpc>
            </a:pPr>
            <a:r>
              <a:rPr lang="en-US" sz="7599" spc="-379" b="true">
                <a:solidFill>
                  <a:srgbClr val="00192A"/>
                </a:solidFill>
                <a:latin typeface="Glacial Indifference Bold"/>
                <a:ea typeface="Glacial Indifference Bold"/>
                <a:cs typeface="Glacial Indifference Bold"/>
                <a:sym typeface="Glacial Indifference Bold"/>
              </a:rPr>
              <a:t>Metode Newton Raphson</a:t>
            </a:r>
          </a:p>
        </p:txBody>
      </p:sp>
      <p:sp>
        <p:nvSpPr>
          <p:cNvPr name="TextBox 16" id="16"/>
          <p:cNvSpPr txBox="true"/>
          <p:nvPr/>
        </p:nvSpPr>
        <p:spPr>
          <a:xfrm rot="0">
            <a:off x="1426514" y="2222405"/>
            <a:ext cx="8536503" cy="3334385"/>
          </a:xfrm>
          <a:prstGeom prst="rect">
            <a:avLst/>
          </a:prstGeom>
        </p:spPr>
        <p:txBody>
          <a:bodyPr anchor="t" rtlCol="false" tIns="0" lIns="0" bIns="0" rIns="0">
            <a:spAutoFit/>
          </a:bodyPr>
          <a:lstStyle/>
          <a:p>
            <a:pPr algn="just">
              <a:lnSpc>
                <a:spcPts val="5319"/>
              </a:lnSpc>
            </a:pPr>
            <a:r>
              <a:rPr lang="en-US" sz="3999" spc="-199">
                <a:solidFill>
                  <a:srgbClr val="00192A"/>
                </a:solidFill>
                <a:latin typeface="Glacial Indifference"/>
                <a:ea typeface="Glacial Indifference"/>
                <a:cs typeface="Glacial Indifference"/>
                <a:sym typeface="Glacial Indifference"/>
              </a:rPr>
              <a:t>Metode Newton-Raphson adalah metode numerik iteratif yang digunakan untuk mencari akar (solusi) dari suatu persamaan nonlinier f(x)=0 dengan memanfaatkan turunan fungsi. </a:t>
            </a:r>
          </a:p>
        </p:txBody>
      </p:sp>
      <p:sp>
        <p:nvSpPr>
          <p:cNvPr name="TextBox 17" id="17"/>
          <p:cNvSpPr txBox="true"/>
          <p:nvPr/>
        </p:nvSpPr>
        <p:spPr>
          <a:xfrm rot="0">
            <a:off x="1395367" y="8130998"/>
            <a:ext cx="8536503" cy="1334135"/>
          </a:xfrm>
          <a:prstGeom prst="rect">
            <a:avLst/>
          </a:prstGeom>
        </p:spPr>
        <p:txBody>
          <a:bodyPr anchor="t" rtlCol="false" tIns="0" lIns="0" bIns="0" rIns="0">
            <a:spAutoFit/>
          </a:bodyPr>
          <a:lstStyle/>
          <a:p>
            <a:pPr algn="just">
              <a:lnSpc>
                <a:spcPts val="5319"/>
              </a:lnSpc>
            </a:pPr>
            <a:r>
              <a:rPr lang="en-US" sz="3999" spc="-199">
                <a:solidFill>
                  <a:srgbClr val="00192A"/>
                </a:solidFill>
                <a:latin typeface="Glacial Indifference"/>
                <a:ea typeface="Glacial Indifference"/>
                <a:cs typeface="Glacial Indifference"/>
                <a:sym typeface="Glacial Indifference"/>
              </a:rPr>
              <a:t>Setiap iterasi menghasilkan pendekatan yang semakin dekat ke solusi.</a:t>
            </a:r>
          </a:p>
        </p:txBody>
      </p:sp>
      <p:grpSp>
        <p:nvGrpSpPr>
          <p:cNvPr name="Group 18" id="18"/>
          <p:cNvGrpSpPr/>
          <p:nvPr/>
        </p:nvGrpSpPr>
        <p:grpSpPr>
          <a:xfrm rot="0">
            <a:off x="16405793" y="1028700"/>
            <a:ext cx="2960553" cy="670560"/>
            <a:chOff x="0" y="0"/>
            <a:chExt cx="779734" cy="176608"/>
          </a:xfrm>
        </p:grpSpPr>
        <p:sp>
          <p:nvSpPr>
            <p:cNvPr name="Freeform 19" id="19"/>
            <p:cNvSpPr/>
            <p:nvPr/>
          </p:nvSpPr>
          <p:spPr>
            <a:xfrm flipH="false" flipV="false" rot="0">
              <a:off x="0" y="0"/>
              <a:ext cx="779734" cy="176608"/>
            </a:xfrm>
            <a:custGeom>
              <a:avLst/>
              <a:gdLst/>
              <a:ahLst/>
              <a:cxnLst/>
              <a:rect r="r" b="b" t="t" l="l"/>
              <a:pathLst>
                <a:path h="176608" w="779734">
                  <a:moveTo>
                    <a:pt x="88304" y="0"/>
                  </a:moveTo>
                  <a:lnTo>
                    <a:pt x="691430" y="0"/>
                  </a:lnTo>
                  <a:cubicBezTo>
                    <a:pt x="714850" y="0"/>
                    <a:pt x="737310" y="9303"/>
                    <a:pt x="753870" y="25864"/>
                  </a:cubicBezTo>
                  <a:cubicBezTo>
                    <a:pt x="770431" y="42424"/>
                    <a:pt x="779734" y="64885"/>
                    <a:pt x="779734" y="88304"/>
                  </a:cubicBezTo>
                  <a:lnTo>
                    <a:pt x="779734" y="88304"/>
                  </a:lnTo>
                  <a:cubicBezTo>
                    <a:pt x="779734" y="137073"/>
                    <a:pt x="740199" y="176608"/>
                    <a:pt x="691430" y="176608"/>
                  </a:cubicBezTo>
                  <a:lnTo>
                    <a:pt x="88304" y="176608"/>
                  </a:lnTo>
                  <a:cubicBezTo>
                    <a:pt x="64885" y="176608"/>
                    <a:pt x="42424" y="167305"/>
                    <a:pt x="25864" y="150745"/>
                  </a:cubicBezTo>
                  <a:cubicBezTo>
                    <a:pt x="9303" y="134185"/>
                    <a:pt x="0" y="111724"/>
                    <a:pt x="0" y="88304"/>
                  </a:cubicBezTo>
                  <a:lnTo>
                    <a:pt x="0" y="88304"/>
                  </a:lnTo>
                  <a:cubicBezTo>
                    <a:pt x="0" y="64885"/>
                    <a:pt x="9303" y="42424"/>
                    <a:pt x="25864" y="25864"/>
                  </a:cubicBezTo>
                  <a:cubicBezTo>
                    <a:pt x="42424" y="9303"/>
                    <a:pt x="64885" y="0"/>
                    <a:pt x="88304" y="0"/>
                  </a:cubicBezTo>
                  <a:close/>
                </a:path>
              </a:pathLst>
            </a:custGeom>
            <a:solidFill>
              <a:srgbClr val="00192A"/>
            </a:solidFill>
          </p:spPr>
        </p:sp>
        <p:sp>
          <p:nvSpPr>
            <p:cNvPr name="TextBox 20" id="20"/>
            <p:cNvSpPr txBox="true"/>
            <p:nvPr/>
          </p:nvSpPr>
          <p:spPr>
            <a:xfrm>
              <a:off x="0" y="-38100"/>
              <a:ext cx="779734" cy="214708"/>
            </a:xfrm>
            <a:prstGeom prst="rect">
              <a:avLst/>
            </a:prstGeom>
          </p:spPr>
          <p:txBody>
            <a:bodyPr anchor="ctr" rtlCol="false" tIns="50800" lIns="50800" bIns="50800" rIns="50800"/>
            <a:lstStyle/>
            <a:p>
              <a:pPr algn="ctr">
                <a:lnSpc>
                  <a:spcPts val="3079"/>
                </a:lnSpc>
                <a:spcBef>
                  <a:spcPct val="0"/>
                </a:spcBef>
              </a:pPr>
            </a:p>
          </p:txBody>
        </p:sp>
      </p:grpSp>
      <p:sp>
        <p:nvSpPr>
          <p:cNvPr name="TextBox 21" id="21"/>
          <p:cNvSpPr txBox="true"/>
          <p:nvPr/>
        </p:nvSpPr>
        <p:spPr>
          <a:xfrm rot="0">
            <a:off x="16404665" y="1146810"/>
            <a:ext cx="853507" cy="491490"/>
          </a:xfrm>
          <a:prstGeom prst="rect">
            <a:avLst/>
          </a:prstGeom>
        </p:spPr>
        <p:txBody>
          <a:bodyPr anchor="t" rtlCol="false" tIns="0" lIns="0" bIns="0" rIns="0">
            <a:spAutoFit/>
          </a:bodyPr>
          <a:lstStyle/>
          <a:p>
            <a:pPr algn="r">
              <a:lnSpc>
                <a:spcPts val="3600"/>
              </a:lnSpc>
            </a:pPr>
            <a:r>
              <a:rPr lang="en-US" b="true" sz="3600" spc="-144">
                <a:solidFill>
                  <a:srgbClr val="FFFFFF"/>
                </a:solidFill>
                <a:latin typeface="Inter Bold"/>
                <a:ea typeface="Inter Bold"/>
                <a:cs typeface="Inter Bold"/>
                <a:sym typeface="Inter Bold"/>
              </a:rPr>
              <a:t>01</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77774" y="2958077"/>
            <a:ext cx="20473740" cy="1334232"/>
            <a:chOff x="0" y="0"/>
            <a:chExt cx="6641993" cy="432845"/>
          </a:xfrm>
        </p:grpSpPr>
        <p:sp>
          <p:nvSpPr>
            <p:cNvPr name="Freeform 3" id="3"/>
            <p:cNvSpPr/>
            <p:nvPr/>
          </p:nvSpPr>
          <p:spPr>
            <a:xfrm flipH="false" flipV="false" rot="0">
              <a:off x="0" y="0"/>
              <a:ext cx="6641993" cy="432845"/>
            </a:xfrm>
            <a:custGeom>
              <a:avLst/>
              <a:gdLst/>
              <a:ahLst/>
              <a:cxnLst/>
              <a:rect r="r" b="b" t="t" l="l"/>
              <a:pathLst>
                <a:path h="432845" w="6641993">
                  <a:moveTo>
                    <a:pt x="19285" y="0"/>
                  </a:moveTo>
                  <a:lnTo>
                    <a:pt x="6622708" y="0"/>
                  </a:lnTo>
                  <a:cubicBezTo>
                    <a:pt x="6627823" y="0"/>
                    <a:pt x="6632728" y="2032"/>
                    <a:pt x="6636345" y="5648"/>
                  </a:cubicBezTo>
                  <a:cubicBezTo>
                    <a:pt x="6639961" y="9265"/>
                    <a:pt x="6641993" y="14170"/>
                    <a:pt x="6641993" y="19285"/>
                  </a:cubicBezTo>
                  <a:lnTo>
                    <a:pt x="6641993" y="413560"/>
                  </a:lnTo>
                  <a:cubicBezTo>
                    <a:pt x="6641993" y="424211"/>
                    <a:pt x="6633359" y="432845"/>
                    <a:pt x="6622708" y="432845"/>
                  </a:cubicBezTo>
                  <a:lnTo>
                    <a:pt x="19285" y="432845"/>
                  </a:lnTo>
                  <a:cubicBezTo>
                    <a:pt x="14170" y="432845"/>
                    <a:pt x="9265" y="430813"/>
                    <a:pt x="5648" y="427197"/>
                  </a:cubicBezTo>
                  <a:cubicBezTo>
                    <a:pt x="2032" y="423580"/>
                    <a:pt x="0" y="418675"/>
                    <a:pt x="0" y="413560"/>
                  </a:cubicBezTo>
                  <a:lnTo>
                    <a:pt x="0" y="19285"/>
                  </a:lnTo>
                  <a:cubicBezTo>
                    <a:pt x="0" y="8634"/>
                    <a:pt x="8634" y="0"/>
                    <a:pt x="19285" y="0"/>
                  </a:cubicBezTo>
                  <a:close/>
                </a:path>
              </a:pathLst>
            </a:custGeom>
            <a:solidFill>
              <a:srgbClr val="EB9515"/>
            </a:solidFill>
          </p:spPr>
        </p:sp>
        <p:sp>
          <p:nvSpPr>
            <p:cNvPr name="TextBox 4" id="4"/>
            <p:cNvSpPr txBox="true"/>
            <p:nvPr/>
          </p:nvSpPr>
          <p:spPr>
            <a:xfrm>
              <a:off x="0" y="-38100"/>
              <a:ext cx="6641993" cy="470945"/>
            </a:xfrm>
            <a:prstGeom prst="rect">
              <a:avLst/>
            </a:prstGeom>
          </p:spPr>
          <p:txBody>
            <a:bodyPr anchor="ctr" rtlCol="false" tIns="50800" lIns="50800" bIns="50800" rIns="50800"/>
            <a:lstStyle/>
            <a:p>
              <a:pPr algn="ctr">
                <a:lnSpc>
                  <a:spcPts val="3079"/>
                </a:lnSpc>
                <a:spcBef>
                  <a:spcPct val="0"/>
                </a:spcBef>
              </a:pPr>
            </a:p>
          </p:txBody>
        </p:sp>
      </p:grpSp>
      <p:graphicFrame>
        <p:nvGraphicFramePr>
          <p:cNvPr name="Object 5" id="5"/>
          <p:cNvGraphicFramePr/>
          <p:nvPr/>
        </p:nvGraphicFramePr>
        <p:xfrm>
          <a:off x="421637" y="4539959"/>
          <a:ext cx="16230600" cy="5349906"/>
        </p:xfrm>
        <a:graphic>
          <a:graphicData uri="http://schemas.openxmlformats.org/presentationml/2006/ole">
            <p:oleObj imgW="19469100" imgH="8585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6" id="6"/>
          <p:cNvSpPr txBox="true"/>
          <p:nvPr/>
        </p:nvSpPr>
        <p:spPr>
          <a:xfrm rot="0">
            <a:off x="7015968" y="3303015"/>
            <a:ext cx="4959202" cy="749130"/>
          </a:xfrm>
          <a:prstGeom prst="rect">
            <a:avLst/>
          </a:prstGeom>
        </p:spPr>
        <p:txBody>
          <a:bodyPr anchor="t" rtlCol="false" tIns="0" lIns="0" bIns="0" rIns="0">
            <a:spAutoFit/>
          </a:bodyPr>
          <a:lstStyle/>
          <a:p>
            <a:pPr algn="just">
              <a:lnSpc>
                <a:spcPts val="5639"/>
              </a:lnSpc>
            </a:pPr>
            <a:r>
              <a:rPr lang="en-US" b="true" sz="5639" spc="-281">
                <a:solidFill>
                  <a:srgbClr val="00192A"/>
                </a:solidFill>
                <a:latin typeface="Glacial Indifference Bold"/>
                <a:ea typeface="Glacial Indifference Bold"/>
                <a:cs typeface="Glacial Indifference Bold"/>
                <a:sym typeface="Glacial Indifference Bold"/>
              </a:rPr>
              <a:t>Struktur Atribut</a:t>
            </a:r>
          </a:p>
        </p:txBody>
      </p:sp>
      <p:grpSp>
        <p:nvGrpSpPr>
          <p:cNvPr name="Group 7" id="7"/>
          <p:cNvGrpSpPr/>
          <p:nvPr/>
        </p:nvGrpSpPr>
        <p:grpSpPr>
          <a:xfrm rot="0">
            <a:off x="421637" y="1113716"/>
            <a:ext cx="6594331" cy="1347959"/>
            <a:chOff x="0" y="0"/>
            <a:chExt cx="8792442" cy="1797278"/>
          </a:xfrm>
        </p:grpSpPr>
        <p:grpSp>
          <p:nvGrpSpPr>
            <p:cNvPr name="Group 8" id="8"/>
            <p:cNvGrpSpPr/>
            <p:nvPr/>
          </p:nvGrpSpPr>
          <p:grpSpPr>
            <a:xfrm rot="0">
              <a:off x="0" y="0"/>
              <a:ext cx="8792442" cy="1797278"/>
              <a:chOff x="0" y="0"/>
              <a:chExt cx="1982894" cy="405327"/>
            </a:xfrm>
          </p:grpSpPr>
          <p:sp>
            <p:nvSpPr>
              <p:cNvPr name="Freeform 9" id="9"/>
              <p:cNvSpPr/>
              <p:nvPr/>
            </p:nvSpPr>
            <p:spPr>
              <a:xfrm flipH="false" flipV="false" rot="0">
                <a:off x="0" y="0"/>
                <a:ext cx="1982894" cy="405327"/>
              </a:xfrm>
              <a:custGeom>
                <a:avLst/>
                <a:gdLst/>
                <a:ahLst/>
                <a:cxnLst/>
                <a:rect r="r" b="b" t="t" l="l"/>
                <a:pathLst>
                  <a:path h="405327" w="1982894">
                    <a:moveTo>
                      <a:pt x="64598" y="0"/>
                    </a:moveTo>
                    <a:lnTo>
                      <a:pt x="1918296" y="0"/>
                    </a:lnTo>
                    <a:cubicBezTo>
                      <a:pt x="1953973" y="0"/>
                      <a:pt x="1982894" y="28922"/>
                      <a:pt x="1982894" y="64598"/>
                    </a:cubicBezTo>
                    <a:lnTo>
                      <a:pt x="1982894" y="340729"/>
                    </a:lnTo>
                    <a:cubicBezTo>
                      <a:pt x="1982894" y="357861"/>
                      <a:pt x="1976088" y="374292"/>
                      <a:pt x="1963974" y="386406"/>
                    </a:cubicBezTo>
                    <a:cubicBezTo>
                      <a:pt x="1951859" y="398521"/>
                      <a:pt x="1935429" y="405327"/>
                      <a:pt x="1918296" y="405327"/>
                    </a:cubicBezTo>
                    <a:lnTo>
                      <a:pt x="64598" y="405327"/>
                    </a:lnTo>
                    <a:cubicBezTo>
                      <a:pt x="28922" y="405327"/>
                      <a:pt x="0" y="376405"/>
                      <a:pt x="0" y="340729"/>
                    </a:cubicBezTo>
                    <a:lnTo>
                      <a:pt x="0" y="64598"/>
                    </a:lnTo>
                    <a:cubicBezTo>
                      <a:pt x="0" y="28922"/>
                      <a:pt x="28922" y="0"/>
                      <a:pt x="64598" y="0"/>
                    </a:cubicBezTo>
                    <a:close/>
                  </a:path>
                </a:pathLst>
              </a:custGeom>
              <a:solidFill>
                <a:srgbClr val="EB9515"/>
              </a:solidFill>
            </p:spPr>
          </p:sp>
          <p:sp>
            <p:nvSpPr>
              <p:cNvPr name="TextBox 10" id="10"/>
              <p:cNvSpPr txBox="true"/>
              <p:nvPr/>
            </p:nvSpPr>
            <p:spPr>
              <a:xfrm>
                <a:off x="0" y="-38100"/>
                <a:ext cx="1982894" cy="443427"/>
              </a:xfrm>
              <a:prstGeom prst="rect">
                <a:avLst/>
              </a:prstGeom>
            </p:spPr>
            <p:txBody>
              <a:bodyPr anchor="ctr" rtlCol="false" tIns="50800" lIns="50800" bIns="50800" rIns="50800"/>
              <a:lstStyle/>
              <a:p>
                <a:pPr algn="ctr">
                  <a:lnSpc>
                    <a:spcPts val="3080"/>
                  </a:lnSpc>
                  <a:spcBef>
                    <a:spcPct val="0"/>
                  </a:spcBef>
                </a:pPr>
              </a:p>
            </p:txBody>
          </p:sp>
        </p:grpSp>
        <p:sp>
          <p:nvSpPr>
            <p:cNvPr name="TextBox 11" id="11"/>
            <p:cNvSpPr txBox="true"/>
            <p:nvPr/>
          </p:nvSpPr>
          <p:spPr>
            <a:xfrm rot="0">
              <a:off x="748077" y="427667"/>
              <a:ext cx="7296287" cy="884795"/>
            </a:xfrm>
            <a:prstGeom prst="rect">
              <a:avLst/>
            </a:prstGeom>
          </p:spPr>
          <p:txBody>
            <a:bodyPr anchor="t" rtlCol="false" tIns="0" lIns="0" bIns="0" rIns="0">
              <a:spAutoFit/>
            </a:bodyPr>
            <a:lstStyle/>
            <a:p>
              <a:pPr algn="just">
                <a:lnSpc>
                  <a:spcPts val="5460"/>
                </a:lnSpc>
              </a:pPr>
              <a:r>
                <a:rPr lang="en-US" sz="4105" spc="-205">
                  <a:solidFill>
                    <a:srgbClr val="00192A"/>
                  </a:solidFill>
                  <a:latin typeface="Glacial Indifference"/>
                  <a:ea typeface="Glacial Indifference"/>
                  <a:cs typeface="Glacial Indifference"/>
                  <a:sym typeface="Glacial Indifference"/>
                </a:rPr>
                <a:t> </a:t>
              </a:r>
              <a:r>
                <a:rPr lang="en-US" b="true" sz="4105" spc="-205">
                  <a:solidFill>
                    <a:srgbClr val="00192A"/>
                  </a:solidFill>
                  <a:latin typeface="Glacial Indifference Bold"/>
                  <a:ea typeface="Glacial Indifference Bold"/>
                  <a:cs typeface="Glacial Indifference Bold"/>
                  <a:sym typeface="Glacial Indifference Bold"/>
                </a:rPr>
                <a:t>Class: NewtonRaphson</a:t>
              </a:r>
              <a:r>
                <a:rPr lang="en-US" sz="4105" spc="-205">
                  <a:solidFill>
                    <a:srgbClr val="00192A"/>
                  </a:solidFill>
                  <a:latin typeface="Glacial Indifference"/>
                  <a:ea typeface="Glacial Indifference"/>
                  <a:cs typeface="Glacial Indifference"/>
                  <a:sym typeface="Glacial Indifference"/>
                </a:rPr>
                <a:t> </a:t>
              </a:r>
            </a:p>
          </p:txBody>
        </p:sp>
      </p:grpSp>
      <p:sp>
        <p:nvSpPr>
          <p:cNvPr name="Freeform 12" id="12"/>
          <p:cNvSpPr/>
          <p:nvPr/>
        </p:nvSpPr>
        <p:spPr>
          <a:xfrm flipH="false" flipV="false" rot="0">
            <a:off x="7722069" y="620214"/>
            <a:ext cx="8037535" cy="1841460"/>
          </a:xfrm>
          <a:custGeom>
            <a:avLst/>
            <a:gdLst/>
            <a:ahLst/>
            <a:cxnLst/>
            <a:rect r="r" b="b" t="t" l="l"/>
            <a:pathLst>
              <a:path h="1841460" w="8037535">
                <a:moveTo>
                  <a:pt x="0" y="0"/>
                </a:moveTo>
                <a:lnTo>
                  <a:pt x="8037535" y="0"/>
                </a:lnTo>
                <a:lnTo>
                  <a:pt x="8037535" y="1841461"/>
                </a:lnTo>
                <a:lnTo>
                  <a:pt x="0" y="1841461"/>
                </a:lnTo>
                <a:lnTo>
                  <a:pt x="0" y="0"/>
                </a:lnTo>
                <a:close/>
              </a:path>
            </a:pathLst>
          </a:custGeom>
          <a:blipFill>
            <a:blip r:embed="rId4"/>
            <a:stretch>
              <a:fillRect l="0" t="0" r="-68654" b="-395051"/>
            </a:stretch>
          </a:blipFill>
        </p:spPr>
      </p:sp>
      <p:sp>
        <p:nvSpPr>
          <p:cNvPr name="Freeform 13" id="13"/>
          <p:cNvSpPr/>
          <p:nvPr/>
        </p:nvSpPr>
        <p:spPr>
          <a:xfrm flipH="false" flipV="false" rot="0">
            <a:off x="11690045" y="4833188"/>
            <a:ext cx="6312830" cy="4622228"/>
          </a:xfrm>
          <a:custGeom>
            <a:avLst/>
            <a:gdLst/>
            <a:ahLst/>
            <a:cxnLst/>
            <a:rect r="r" b="b" t="t" l="l"/>
            <a:pathLst>
              <a:path h="4622228" w="6312830">
                <a:moveTo>
                  <a:pt x="0" y="0"/>
                </a:moveTo>
                <a:lnTo>
                  <a:pt x="6312830" y="0"/>
                </a:lnTo>
                <a:lnTo>
                  <a:pt x="6312830" y="4622228"/>
                </a:lnTo>
                <a:lnTo>
                  <a:pt x="0" y="4622228"/>
                </a:lnTo>
                <a:lnTo>
                  <a:pt x="0" y="0"/>
                </a:lnTo>
                <a:close/>
              </a:path>
            </a:pathLst>
          </a:custGeom>
          <a:blipFill>
            <a:blip r:embed="rId4"/>
            <a:stretch>
              <a:fillRect l="-3846" t="-48053" r="-57349" b="0"/>
            </a:stretch>
          </a:blipFill>
        </p:spPr>
      </p:sp>
      <p:grpSp>
        <p:nvGrpSpPr>
          <p:cNvPr name="Group 14" id="14"/>
          <p:cNvGrpSpPr/>
          <p:nvPr/>
        </p:nvGrpSpPr>
        <p:grpSpPr>
          <a:xfrm rot="0">
            <a:off x="17204334" y="967740"/>
            <a:ext cx="1597082" cy="670560"/>
            <a:chOff x="0" y="0"/>
            <a:chExt cx="420631" cy="176608"/>
          </a:xfrm>
        </p:grpSpPr>
        <p:sp>
          <p:nvSpPr>
            <p:cNvPr name="Freeform 15" id="15"/>
            <p:cNvSpPr/>
            <p:nvPr/>
          </p:nvSpPr>
          <p:spPr>
            <a:xfrm flipH="false" flipV="false" rot="0">
              <a:off x="0" y="0"/>
              <a:ext cx="420631" cy="176608"/>
            </a:xfrm>
            <a:custGeom>
              <a:avLst/>
              <a:gdLst/>
              <a:ahLst/>
              <a:cxnLst/>
              <a:rect r="r" b="b" t="t" l="l"/>
              <a:pathLst>
                <a:path h="176608" w="420631">
                  <a:moveTo>
                    <a:pt x="88304" y="0"/>
                  </a:moveTo>
                  <a:lnTo>
                    <a:pt x="332326" y="0"/>
                  </a:lnTo>
                  <a:cubicBezTo>
                    <a:pt x="355746" y="0"/>
                    <a:pt x="378207" y="9303"/>
                    <a:pt x="394767" y="25864"/>
                  </a:cubicBezTo>
                  <a:cubicBezTo>
                    <a:pt x="411327" y="42424"/>
                    <a:pt x="420631" y="64885"/>
                    <a:pt x="420631" y="88304"/>
                  </a:cubicBezTo>
                  <a:lnTo>
                    <a:pt x="420631" y="88304"/>
                  </a:lnTo>
                  <a:cubicBezTo>
                    <a:pt x="420631" y="137073"/>
                    <a:pt x="381096" y="176608"/>
                    <a:pt x="332326" y="176608"/>
                  </a:cubicBezTo>
                  <a:lnTo>
                    <a:pt x="88304" y="176608"/>
                  </a:lnTo>
                  <a:cubicBezTo>
                    <a:pt x="64885" y="176608"/>
                    <a:pt x="42424" y="167305"/>
                    <a:pt x="25864" y="150745"/>
                  </a:cubicBezTo>
                  <a:cubicBezTo>
                    <a:pt x="9303" y="134185"/>
                    <a:pt x="0" y="111724"/>
                    <a:pt x="0" y="88304"/>
                  </a:cubicBezTo>
                  <a:lnTo>
                    <a:pt x="0" y="88304"/>
                  </a:lnTo>
                  <a:cubicBezTo>
                    <a:pt x="0" y="64885"/>
                    <a:pt x="9303" y="42424"/>
                    <a:pt x="25864" y="25864"/>
                  </a:cubicBezTo>
                  <a:cubicBezTo>
                    <a:pt x="42424" y="9303"/>
                    <a:pt x="64885" y="0"/>
                    <a:pt x="88304" y="0"/>
                  </a:cubicBezTo>
                  <a:close/>
                </a:path>
              </a:pathLst>
            </a:custGeom>
            <a:solidFill>
              <a:srgbClr val="00192A"/>
            </a:solidFill>
          </p:spPr>
        </p:sp>
        <p:sp>
          <p:nvSpPr>
            <p:cNvPr name="TextBox 16" id="16"/>
            <p:cNvSpPr txBox="true"/>
            <p:nvPr/>
          </p:nvSpPr>
          <p:spPr>
            <a:xfrm>
              <a:off x="0" y="-38100"/>
              <a:ext cx="420631" cy="214708"/>
            </a:xfrm>
            <a:prstGeom prst="rect">
              <a:avLst/>
            </a:prstGeom>
          </p:spPr>
          <p:txBody>
            <a:bodyPr anchor="ctr" rtlCol="false" tIns="50800" lIns="50800" bIns="50800" rIns="50800"/>
            <a:lstStyle/>
            <a:p>
              <a:pPr algn="ctr">
                <a:lnSpc>
                  <a:spcPts val="3079"/>
                </a:lnSpc>
                <a:spcBef>
                  <a:spcPct val="0"/>
                </a:spcBef>
              </a:pPr>
            </a:p>
          </p:txBody>
        </p:sp>
      </p:grpSp>
      <p:sp>
        <p:nvSpPr>
          <p:cNvPr name="TextBox 17" id="17"/>
          <p:cNvSpPr txBox="true"/>
          <p:nvPr/>
        </p:nvSpPr>
        <p:spPr>
          <a:xfrm rot="0">
            <a:off x="17149368" y="1085850"/>
            <a:ext cx="853507" cy="491490"/>
          </a:xfrm>
          <a:prstGeom prst="rect">
            <a:avLst/>
          </a:prstGeom>
        </p:spPr>
        <p:txBody>
          <a:bodyPr anchor="t" rtlCol="false" tIns="0" lIns="0" bIns="0" rIns="0">
            <a:spAutoFit/>
          </a:bodyPr>
          <a:lstStyle/>
          <a:p>
            <a:pPr algn="r">
              <a:lnSpc>
                <a:spcPts val="3600"/>
              </a:lnSpc>
            </a:pPr>
            <a:r>
              <a:rPr lang="en-US" b="true" sz="3600" spc="-144">
                <a:solidFill>
                  <a:srgbClr val="FFFFFF"/>
                </a:solidFill>
                <a:latin typeface="Inter Bold"/>
                <a:ea typeface="Inter Bold"/>
                <a:cs typeface="Inter Bold"/>
                <a:sym typeface="Inter Bold"/>
              </a:rPr>
              <a:t>02</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649825" y="-2693712"/>
            <a:ext cx="1456581" cy="15571345"/>
            <a:chOff x="0" y="0"/>
            <a:chExt cx="383626" cy="4101095"/>
          </a:xfrm>
        </p:grpSpPr>
        <p:sp>
          <p:nvSpPr>
            <p:cNvPr name="Freeform 3" id="3"/>
            <p:cNvSpPr/>
            <p:nvPr/>
          </p:nvSpPr>
          <p:spPr>
            <a:xfrm flipH="false" flipV="false" rot="0">
              <a:off x="0" y="0"/>
              <a:ext cx="383626" cy="4101095"/>
            </a:xfrm>
            <a:custGeom>
              <a:avLst/>
              <a:gdLst/>
              <a:ahLst/>
              <a:cxnLst/>
              <a:rect r="r" b="b" t="t" l="l"/>
              <a:pathLst>
                <a:path h="4101095" w="383626">
                  <a:moveTo>
                    <a:pt x="191813" y="0"/>
                  </a:moveTo>
                  <a:lnTo>
                    <a:pt x="191813" y="0"/>
                  </a:lnTo>
                  <a:cubicBezTo>
                    <a:pt x="242685" y="0"/>
                    <a:pt x="291474" y="20209"/>
                    <a:pt x="327446" y="56181"/>
                  </a:cubicBezTo>
                  <a:cubicBezTo>
                    <a:pt x="363417" y="92153"/>
                    <a:pt x="383626" y="140941"/>
                    <a:pt x="383626" y="191813"/>
                  </a:cubicBezTo>
                  <a:lnTo>
                    <a:pt x="383626" y="3909282"/>
                  </a:lnTo>
                  <a:cubicBezTo>
                    <a:pt x="383626" y="3960154"/>
                    <a:pt x="363417" y="4008942"/>
                    <a:pt x="327446" y="4044914"/>
                  </a:cubicBezTo>
                  <a:cubicBezTo>
                    <a:pt x="291474" y="4080886"/>
                    <a:pt x="242685" y="4101095"/>
                    <a:pt x="191813" y="4101095"/>
                  </a:cubicBezTo>
                  <a:lnTo>
                    <a:pt x="191813" y="4101095"/>
                  </a:lnTo>
                  <a:cubicBezTo>
                    <a:pt x="140941" y="4101095"/>
                    <a:pt x="92153" y="4080886"/>
                    <a:pt x="56181" y="4044914"/>
                  </a:cubicBezTo>
                  <a:cubicBezTo>
                    <a:pt x="20209" y="4008942"/>
                    <a:pt x="0" y="3960154"/>
                    <a:pt x="0" y="3909282"/>
                  </a:cubicBezTo>
                  <a:lnTo>
                    <a:pt x="0" y="191813"/>
                  </a:lnTo>
                  <a:cubicBezTo>
                    <a:pt x="0" y="140941"/>
                    <a:pt x="20209" y="92153"/>
                    <a:pt x="56181" y="56181"/>
                  </a:cubicBezTo>
                  <a:cubicBezTo>
                    <a:pt x="92153" y="20209"/>
                    <a:pt x="140941" y="0"/>
                    <a:pt x="191813" y="0"/>
                  </a:cubicBezTo>
                  <a:close/>
                </a:path>
              </a:pathLst>
            </a:custGeom>
            <a:solidFill>
              <a:srgbClr val="EB9515"/>
            </a:solidFill>
          </p:spPr>
        </p:sp>
        <p:sp>
          <p:nvSpPr>
            <p:cNvPr name="TextBox 4" id="4"/>
            <p:cNvSpPr txBox="true"/>
            <p:nvPr/>
          </p:nvSpPr>
          <p:spPr>
            <a:xfrm>
              <a:off x="0" y="-38100"/>
              <a:ext cx="383626" cy="4139195"/>
            </a:xfrm>
            <a:prstGeom prst="rect">
              <a:avLst/>
            </a:prstGeom>
          </p:spPr>
          <p:txBody>
            <a:bodyPr anchor="ctr" rtlCol="false" tIns="50800" lIns="50800" bIns="50800" rIns="50800"/>
            <a:lstStyle/>
            <a:p>
              <a:pPr algn="ctr">
                <a:lnSpc>
                  <a:spcPts val="2659"/>
                </a:lnSpc>
                <a:spcBef>
                  <a:spcPct val="0"/>
                </a:spcBef>
              </a:pPr>
            </a:p>
          </p:txBody>
        </p:sp>
      </p:grpSp>
      <p:graphicFrame>
        <p:nvGraphicFramePr>
          <p:cNvPr name="Object 5" id="5"/>
          <p:cNvGraphicFramePr/>
          <p:nvPr/>
        </p:nvGraphicFramePr>
        <p:xfrm>
          <a:off x="819442" y="3358135"/>
          <a:ext cx="5657850" cy="6286500"/>
        </p:xfrm>
        <a:graphic>
          <a:graphicData uri="http://schemas.openxmlformats.org/presentationml/2006/ole">
            <p:oleObj imgW="6908800" imgH="75438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grpSp>
        <p:nvGrpSpPr>
          <p:cNvPr name="Group 6" id="6"/>
          <p:cNvGrpSpPr/>
          <p:nvPr/>
        </p:nvGrpSpPr>
        <p:grpSpPr>
          <a:xfrm rot="0">
            <a:off x="1669124" y="971184"/>
            <a:ext cx="14408486" cy="1334232"/>
            <a:chOff x="0" y="0"/>
            <a:chExt cx="4674332" cy="432845"/>
          </a:xfrm>
        </p:grpSpPr>
        <p:sp>
          <p:nvSpPr>
            <p:cNvPr name="Freeform 7" id="7"/>
            <p:cNvSpPr/>
            <p:nvPr/>
          </p:nvSpPr>
          <p:spPr>
            <a:xfrm flipH="false" flipV="false" rot="0">
              <a:off x="0" y="0"/>
              <a:ext cx="4674332" cy="432845"/>
            </a:xfrm>
            <a:custGeom>
              <a:avLst/>
              <a:gdLst/>
              <a:ahLst/>
              <a:cxnLst/>
              <a:rect r="r" b="b" t="t" l="l"/>
              <a:pathLst>
                <a:path h="432845" w="4674332">
                  <a:moveTo>
                    <a:pt x="27403" y="0"/>
                  </a:moveTo>
                  <a:lnTo>
                    <a:pt x="4646929" y="0"/>
                  </a:lnTo>
                  <a:cubicBezTo>
                    <a:pt x="4654197" y="0"/>
                    <a:pt x="4661167" y="2887"/>
                    <a:pt x="4666306" y="8026"/>
                  </a:cubicBezTo>
                  <a:cubicBezTo>
                    <a:pt x="4671445" y="13165"/>
                    <a:pt x="4674332" y="20135"/>
                    <a:pt x="4674332" y="27403"/>
                  </a:cubicBezTo>
                  <a:lnTo>
                    <a:pt x="4674332" y="405442"/>
                  </a:lnTo>
                  <a:cubicBezTo>
                    <a:pt x="4674332" y="412710"/>
                    <a:pt x="4671445" y="419680"/>
                    <a:pt x="4666306" y="424819"/>
                  </a:cubicBezTo>
                  <a:cubicBezTo>
                    <a:pt x="4661167" y="429958"/>
                    <a:pt x="4654197" y="432845"/>
                    <a:pt x="4646929" y="432845"/>
                  </a:cubicBezTo>
                  <a:lnTo>
                    <a:pt x="27403" y="432845"/>
                  </a:lnTo>
                  <a:cubicBezTo>
                    <a:pt x="20135" y="432845"/>
                    <a:pt x="13165" y="429958"/>
                    <a:pt x="8026" y="424819"/>
                  </a:cubicBezTo>
                  <a:cubicBezTo>
                    <a:pt x="2887" y="419680"/>
                    <a:pt x="0" y="412710"/>
                    <a:pt x="0" y="405442"/>
                  </a:cubicBezTo>
                  <a:lnTo>
                    <a:pt x="0" y="27403"/>
                  </a:lnTo>
                  <a:cubicBezTo>
                    <a:pt x="0" y="20135"/>
                    <a:pt x="2887" y="13165"/>
                    <a:pt x="8026" y="8026"/>
                  </a:cubicBezTo>
                  <a:cubicBezTo>
                    <a:pt x="13165" y="2887"/>
                    <a:pt x="20135" y="0"/>
                    <a:pt x="27403" y="0"/>
                  </a:cubicBezTo>
                  <a:close/>
                </a:path>
              </a:pathLst>
            </a:custGeom>
            <a:solidFill>
              <a:srgbClr val="EB9515"/>
            </a:solidFill>
          </p:spPr>
        </p:sp>
        <p:sp>
          <p:nvSpPr>
            <p:cNvPr name="TextBox 8" id="8"/>
            <p:cNvSpPr txBox="true"/>
            <p:nvPr/>
          </p:nvSpPr>
          <p:spPr>
            <a:xfrm>
              <a:off x="0" y="-38100"/>
              <a:ext cx="4674332" cy="470945"/>
            </a:xfrm>
            <a:prstGeom prst="rect">
              <a:avLst/>
            </a:prstGeom>
          </p:spPr>
          <p:txBody>
            <a:bodyPr anchor="ctr" rtlCol="false" tIns="50800" lIns="50800" bIns="50800" rIns="50800"/>
            <a:lstStyle/>
            <a:p>
              <a:pPr algn="ctr">
                <a:lnSpc>
                  <a:spcPts val="3079"/>
                </a:lnSpc>
                <a:spcBef>
                  <a:spcPct val="0"/>
                </a:spcBef>
              </a:pPr>
            </a:p>
          </p:txBody>
        </p:sp>
      </p:grpSp>
      <p:sp>
        <p:nvSpPr>
          <p:cNvPr name="TextBox 9" id="9"/>
          <p:cNvSpPr txBox="true"/>
          <p:nvPr/>
        </p:nvSpPr>
        <p:spPr>
          <a:xfrm rot="0">
            <a:off x="6695312" y="1398270"/>
            <a:ext cx="4897376" cy="694319"/>
          </a:xfrm>
          <a:prstGeom prst="rect">
            <a:avLst/>
          </a:prstGeom>
        </p:spPr>
        <p:txBody>
          <a:bodyPr anchor="t" rtlCol="false" tIns="0" lIns="0" bIns="0" rIns="0">
            <a:spAutoFit/>
          </a:bodyPr>
          <a:lstStyle/>
          <a:p>
            <a:pPr algn="just">
              <a:lnSpc>
                <a:spcPts val="5210"/>
              </a:lnSpc>
            </a:pPr>
            <a:r>
              <a:rPr lang="en-US" b="true" sz="5210" spc="-260">
                <a:solidFill>
                  <a:srgbClr val="00192A"/>
                </a:solidFill>
                <a:latin typeface="Glacial Indifference Bold"/>
                <a:ea typeface="Glacial Indifference Bold"/>
                <a:cs typeface="Glacial Indifference Bold"/>
                <a:sym typeface="Glacial Indifference Bold"/>
              </a:rPr>
              <a:t>Struktur Atribut</a:t>
            </a:r>
          </a:p>
        </p:txBody>
      </p:sp>
      <p:grpSp>
        <p:nvGrpSpPr>
          <p:cNvPr name="Group 10" id="10"/>
          <p:cNvGrpSpPr/>
          <p:nvPr/>
        </p:nvGrpSpPr>
        <p:grpSpPr>
          <a:xfrm rot="0">
            <a:off x="-423660" y="8676074"/>
            <a:ext cx="2699684" cy="4983713"/>
            <a:chOff x="0" y="0"/>
            <a:chExt cx="711028" cy="1312583"/>
          </a:xfrm>
        </p:grpSpPr>
        <p:sp>
          <p:nvSpPr>
            <p:cNvPr name="Freeform 11" id="11"/>
            <p:cNvSpPr/>
            <p:nvPr/>
          </p:nvSpPr>
          <p:spPr>
            <a:xfrm flipH="false" flipV="false" rot="0">
              <a:off x="0" y="0"/>
              <a:ext cx="711028" cy="1312583"/>
            </a:xfrm>
            <a:custGeom>
              <a:avLst/>
              <a:gdLst/>
              <a:ahLst/>
              <a:cxnLst/>
              <a:rect r="r" b="b" t="t" l="l"/>
              <a:pathLst>
                <a:path h="1312583" w="711028">
                  <a:moveTo>
                    <a:pt x="146253" y="0"/>
                  </a:moveTo>
                  <a:lnTo>
                    <a:pt x="564774" y="0"/>
                  </a:lnTo>
                  <a:cubicBezTo>
                    <a:pt x="603563" y="0"/>
                    <a:pt x="640763" y="15409"/>
                    <a:pt x="668191" y="42837"/>
                  </a:cubicBezTo>
                  <a:cubicBezTo>
                    <a:pt x="695619" y="70264"/>
                    <a:pt x="711028" y="107465"/>
                    <a:pt x="711028" y="146253"/>
                  </a:cubicBezTo>
                  <a:lnTo>
                    <a:pt x="711028" y="1166329"/>
                  </a:lnTo>
                  <a:cubicBezTo>
                    <a:pt x="711028" y="1205118"/>
                    <a:pt x="695619" y="1242318"/>
                    <a:pt x="668191" y="1269746"/>
                  </a:cubicBezTo>
                  <a:cubicBezTo>
                    <a:pt x="640763" y="1297174"/>
                    <a:pt x="603563" y="1312583"/>
                    <a:pt x="564774" y="1312583"/>
                  </a:cubicBezTo>
                  <a:lnTo>
                    <a:pt x="146253" y="1312583"/>
                  </a:lnTo>
                  <a:cubicBezTo>
                    <a:pt x="107465" y="1312583"/>
                    <a:pt x="70264" y="1297174"/>
                    <a:pt x="42837" y="1269746"/>
                  </a:cubicBezTo>
                  <a:cubicBezTo>
                    <a:pt x="15409" y="1242318"/>
                    <a:pt x="0" y="1205118"/>
                    <a:pt x="0" y="1166329"/>
                  </a:cubicBezTo>
                  <a:lnTo>
                    <a:pt x="0" y="146253"/>
                  </a:lnTo>
                  <a:cubicBezTo>
                    <a:pt x="0" y="107465"/>
                    <a:pt x="15409" y="70264"/>
                    <a:pt x="42837" y="42837"/>
                  </a:cubicBezTo>
                  <a:cubicBezTo>
                    <a:pt x="70264" y="15409"/>
                    <a:pt x="107465" y="0"/>
                    <a:pt x="146253" y="0"/>
                  </a:cubicBezTo>
                  <a:close/>
                </a:path>
              </a:pathLst>
            </a:custGeom>
            <a:solidFill>
              <a:srgbClr val="00192A"/>
            </a:solidFill>
          </p:spPr>
        </p:sp>
        <p:sp>
          <p:nvSpPr>
            <p:cNvPr name="TextBox 12" id="12"/>
            <p:cNvSpPr txBox="true"/>
            <p:nvPr/>
          </p:nvSpPr>
          <p:spPr>
            <a:xfrm>
              <a:off x="0" y="-38100"/>
              <a:ext cx="711028" cy="1350683"/>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0103264" y="3358135"/>
            <a:ext cx="6907559" cy="5057686"/>
          </a:xfrm>
          <a:custGeom>
            <a:avLst/>
            <a:gdLst/>
            <a:ahLst/>
            <a:cxnLst/>
            <a:rect r="r" b="b" t="t" l="l"/>
            <a:pathLst>
              <a:path h="5057686" w="6907559">
                <a:moveTo>
                  <a:pt x="0" y="0"/>
                </a:moveTo>
                <a:lnTo>
                  <a:pt x="6907559" y="0"/>
                </a:lnTo>
                <a:lnTo>
                  <a:pt x="6907559" y="5057685"/>
                </a:lnTo>
                <a:lnTo>
                  <a:pt x="0" y="5057685"/>
                </a:lnTo>
                <a:lnTo>
                  <a:pt x="0" y="0"/>
                </a:lnTo>
                <a:close/>
              </a:path>
            </a:pathLst>
          </a:custGeom>
          <a:blipFill>
            <a:blip r:embed="rId4"/>
            <a:stretch>
              <a:fillRect l="-3846" t="-48053" r="-57349" b="0"/>
            </a:stretch>
          </a:blipFill>
        </p:spPr>
      </p:sp>
      <p:grpSp>
        <p:nvGrpSpPr>
          <p:cNvPr name="Group 14" id="14"/>
          <p:cNvGrpSpPr/>
          <p:nvPr/>
        </p:nvGrpSpPr>
        <p:grpSpPr>
          <a:xfrm rot="0">
            <a:off x="17204334" y="967740"/>
            <a:ext cx="1597082" cy="670560"/>
            <a:chOff x="0" y="0"/>
            <a:chExt cx="420631" cy="176608"/>
          </a:xfrm>
        </p:grpSpPr>
        <p:sp>
          <p:nvSpPr>
            <p:cNvPr name="Freeform 15" id="15"/>
            <p:cNvSpPr/>
            <p:nvPr/>
          </p:nvSpPr>
          <p:spPr>
            <a:xfrm flipH="false" flipV="false" rot="0">
              <a:off x="0" y="0"/>
              <a:ext cx="420631" cy="176608"/>
            </a:xfrm>
            <a:custGeom>
              <a:avLst/>
              <a:gdLst/>
              <a:ahLst/>
              <a:cxnLst/>
              <a:rect r="r" b="b" t="t" l="l"/>
              <a:pathLst>
                <a:path h="176608" w="420631">
                  <a:moveTo>
                    <a:pt x="88304" y="0"/>
                  </a:moveTo>
                  <a:lnTo>
                    <a:pt x="332326" y="0"/>
                  </a:lnTo>
                  <a:cubicBezTo>
                    <a:pt x="355746" y="0"/>
                    <a:pt x="378207" y="9303"/>
                    <a:pt x="394767" y="25864"/>
                  </a:cubicBezTo>
                  <a:cubicBezTo>
                    <a:pt x="411327" y="42424"/>
                    <a:pt x="420631" y="64885"/>
                    <a:pt x="420631" y="88304"/>
                  </a:cubicBezTo>
                  <a:lnTo>
                    <a:pt x="420631" y="88304"/>
                  </a:lnTo>
                  <a:cubicBezTo>
                    <a:pt x="420631" y="137073"/>
                    <a:pt x="381096" y="176608"/>
                    <a:pt x="332326" y="176608"/>
                  </a:cubicBezTo>
                  <a:lnTo>
                    <a:pt x="88304" y="176608"/>
                  </a:lnTo>
                  <a:cubicBezTo>
                    <a:pt x="64885" y="176608"/>
                    <a:pt x="42424" y="167305"/>
                    <a:pt x="25864" y="150745"/>
                  </a:cubicBezTo>
                  <a:cubicBezTo>
                    <a:pt x="9303" y="134185"/>
                    <a:pt x="0" y="111724"/>
                    <a:pt x="0" y="88304"/>
                  </a:cubicBezTo>
                  <a:lnTo>
                    <a:pt x="0" y="88304"/>
                  </a:lnTo>
                  <a:cubicBezTo>
                    <a:pt x="0" y="64885"/>
                    <a:pt x="9303" y="42424"/>
                    <a:pt x="25864" y="25864"/>
                  </a:cubicBezTo>
                  <a:cubicBezTo>
                    <a:pt x="42424" y="9303"/>
                    <a:pt x="64885" y="0"/>
                    <a:pt x="88304" y="0"/>
                  </a:cubicBezTo>
                  <a:close/>
                </a:path>
              </a:pathLst>
            </a:custGeom>
            <a:solidFill>
              <a:srgbClr val="00192A"/>
            </a:solidFill>
          </p:spPr>
        </p:sp>
        <p:sp>
          <p:nvSpPr>
            <p:cNvPr name="TextBox 16" id="16"/>
            <p:cNvSpPr txBox="true"/>
            <p:nvPr/>
          </p:nvSpPr>
          <p:spPr>
            <a:xfrm>
              <a:off x="0" y="-38100"/>
              <a:ext cx="420631" cy="214708"/>
            </a:xfrm>
            <a:prstGeom prst="rect">
              <a:avLst/>
            </a:prstGeom>
          </p:spPr>
          <p:txBody>
            <a:bodyPr anchor="ctr" rtlCol="false" tIns="50800" lIns="50800" bIns="50800" rIns="50800"/>
            <a:lstStyle/>
            <a:p>
              <a:pPr algn="ctr">
                <a:lnSpc>
                  <a:spcPts val="3079"/>
                </a:lnSpc>
                <a:spcBef>
                  <a:spcPct val="0"/>
                </a:spcBef>
              </a:pPr>
            </a:p>
          </p:txBody>
        </p:sp>
      </p:grpSp>
      <p:sp>
        <p:nvSpPr>
          <p:cNvPr name="TextBox 17" id="17"/>
          <p:cNvSpPr txBox="true"/>
          <p:nvPr/>
        </p:nvSpPr>
        <p:spPr>
          <a:xfrm rot="0">
            <a:off x="17423239" y="1085850"/>
            <a:ext cx="579636" cy="491490"/>
          </a:xfrm>
          <a:prstGeom prst="rect">
            <a:avLst/>
          </a:prstGeom>
        </p:spPr>
        <p:txBody>
          <a:bodyPr anchor="t" rtlCol="false" tIns="0" lIns="0" bIns="0" rIns="0">
            <a:spAutoFit/>
          </a:bodyPr>
          <a:lstStyle/>
          <a:p>
            <a:pPr algn="r">
              <a:lnSpc>
                <a:spcPts val="3600"/>
              </a:lnSpc>
            </a:pPr>
            <a:r>
              <a:rPr lang="en-US" b="true" sz="3600" spc="-144">
                <a:solidFill>
                  <a:srgbClr val="FFFFFF"/>
                </a:solidFill>
                <a:latin typeface="Inter Bold"/>
                <a:ea typeface="Inter Bold"/>
                <a:cs typeface="Inter Bold"/>
                <a:sym typeface="Inter Bold"/>
              </a:rPr>
              <a:t>03</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649825" y="-2693712"/>
            <a:ext cx="1456581" cy="12980712"/>
            <a:chOff x="0" y="0"/>
            <a:chExt cx="383626" cy="3418788"/>
          </a:xfrm>
        </p:grpSpPr>
        <p:sp>
          <p:nvSpPr>
            <p:cNvPr name="Freeform 3" id="3"/>
            <p:cNvSpPr/>
            <p:nvPr/>
          </p:nvSpPr>
          <p:spPr>
            <a:xfrm flipH="false" flipV="false" rot="0">
              <a:off x="0" y="0"/>
              <a:ext cx="383626" cy="3418788"/>
            </a:xfrm>
            <a:custGeom>
              <a:avLst/>
              <a:gdLst/>
              <a:ahLst/>
              <a:cxnLst/>
              <a:rect r="r" b="b" t="t" l="l"/>
              <a:pathLst>
                <a:path h="3418788" w="383626">
                  <a:moveTo>
                    <a:pt x="191813" y="0"/>
                  </a:moveTo>
                  <a:lnTo>
                    <a:pt x="191813" y="0"/>
                  </a:lnTo>
                  <a:cubicBezTo>
                    <a:pt x="242685" y="0"/>
                    <a:pt x="291474" y="20209"/>
                    <a:pt x="327446" y="56181"/>
                  </a:cubicBezTo>
                  <a:cubicBezTo>
                    <a:pt x="363417" y="92153"/>
                    <a:pt x="383626" y="140941"/>
                    <a:pt x="383626" y="191813"/>
                  </a:cubicBezTo>
                  <a:lnTo>
                    <a:pt x="383626" y="3226975"/>
                  </a:lnTo>
                  <a:cubicBezTo>
                    <a:pt x="383626" y="3277847"/>
                    <a:pt x="363417" y="3326635"/>
                    <a:pt x="327446" y="3362608"/>
                  </a:cubicBezTo>
                  <a:cubicBezTo>
                    <a:pt x="291474" y="3398579"/>
                    <a:pt x="242685" y="3418788"/>
                    <a:pt x="191813" y="3418788"/>
                  </a:cubicBezTo>
                  <a:lnTo>
                    <a:pt x="191813" y="3418788"/>
                  </a:lnTo>
                  <a:cubicBezTo>
                    <a:pt x="140941" y="3418788"/>
                    <a:pt x="92153" y="3398579"/>
                    <a:pt x="56181" y="3362608"/>
                  </a:cubicBezTo>
                  <a:cubicBezTo>
                    <a:pt x="20209" y="3326635"/>
                    <a:pt x="0" y="3277847"/>
                    <a:pt x="0" y="3226975"/>
                  </a:cubicBezTo>
                  <a:lnTo>
                    <a:pt x="0" y="191813"/>
                  </a:lnTo>
                  <a:cubicBezTo>
                    <a:pt x="0" y="140941"/>
                    <a:pt x="20209" y="92153"/>
                    <a:pt x="56181" y="56181"/>
                  </a:cubicBezTo>
                  <a:cubicBezTo>
                    <a:pt x="92153" y="20209"/>
                    <a:pt x="140941" y="0"/>
                    <a:pt x="191813" y="0"/>
                  </a:cubicBezTo>
                  <a:close/>
                </a:path>
              </a:pathLst>
            </a:custGeom>
            <a:solidFill>
              <a:srgbClr val="00192A"/>
            </a:solidFill>
          </p:spPr>
        </p:sp>
        <p:sp>
          <p:nvSpPr>
            <p:cNvPr name="TextBox 4" id="4"/>
            <p:cNvSpPr txBox="true"/>
            <p:nvPr/>
          </p:nvSpPr>
          <p:spPr>
            <a:xfrm>
              <a:off x="0" y="-38100"/>
              <a:ext cx="383626" cy="3456888"/>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4551640" y="419453"/>
            <a:ext cx="1351044" cy="197861"/>
          </a:xfrm>
          <a:custGeom>
            <a:avLst/>
            <a:gdLst/>
            <a:ahLst/>
            <a:cxnLst/>
            <a:rect r="r" b="b" t="t" l="l"/>
            <a:pathLst>
              <a:path h="197861" w="1351044">
                <a:moveTo>
                  <a:pt x="0" y="0"/>
                </a:moveTo>
                <a:lnTo>
                  <a:pt x="1351044" y="0"/>
                </a:lnTo>
                <a:lnTo>
                  <a:pt x="1351044" y="197860"/>
                </a:lnTo>
                <a:lnTo>
                  <a:pt x="0" y="197860"/>
                </a:lnTo>
                <a:lnTo>
                  <a:pt x="0" y="0"/>
                </a:lnTo>
                <a:close/>
              </a:path>
            </a:pathLst>
          </a:custGeom>
          <a:blipFill>
            <a:blip r:embed="rId2">
              <a:extLst>
                <a:ext uri="{96DAC541-7B7A-43D3-8B79-37D633B846F1}">
                  <asvg:svgBlip xmlns:asvg="http://schemas.microsoft.com/office/drawing/2016/SVG/main" r:embed="rId3"/>
                </a:ext>
              </a:extLst>
            </a:blip>
            <a:stretch>
              <a:fillRect l="-204564" t="-1979642" r="0" b="0"/>
            </a:stretch>
          </a:blipFill>
        </p:spPr>
      </p:sp>
      <p:grpSp>
        <p:nvGrpSpPr>
          <p:cNvPr name="Group 6" id="6"/>
          <p:cNvGrpSpPr/>
          <p:nvPr/>
        </p:nvGrpSpPr>
        <p:grpSpPr>
          <a:xfrm rot="0">
            <a:off x="-500005" y="1699260"/>
            <a:ext cx="19288011" cy="1334232"/>
            <a:chOff x="0" y="0"/>
            <a:chExt cx="6257324" cy="432845"/>
          </a:xfrm>
        </p:grpSpPr>
        <p:sp>
          <p:nvSpPr>
            <p:cNvPr name="Freeform 7" id="7"/>
            <p:cNvSpPr/>
            <p:nvPr/>
          </p:nvSpPr>
          <p:spPr>
            <a:xfrm flipH="false" flipV="false" rot="0">
              <a:off x="0" y="0"/>
              <a:ext cx="6257324" cy="432845"/>
            </a:xfrm>
            <a:custGeom>
              <a:avLst/>
              <a:gdLst/>
              <a:ahLst/>
              <a:cxnLst/>
              <a:rect r="r" b="b" t="t" l="l"/>
              <a:pathLst>
                <a:path h="432845" w="6257324">
                  <a:moveTo>
                    <a:pt x="20471" y="0"/>
                  </a:moveTo>
                  <a:lnTo>
                    <a:pt x="6236854" y="0"/>
                  </a:lnTo>
                  <a:cubicBezTo>
                    <a:pt x="6248159" y="0"/>
                    <a:pt x="6257324" y="9165"/>
                    <a:pt x="6257324" y="20471"/>
                  </a:cubicBezTo>
                  <a:lnTo>
                    <a:pt x="6257324" y="412374"/>
                  </a:lnTo>
                  <a:cubicBezTo>
                    <a:pt x="6257324" y="423680"/>
                    <a:pt x="6248159" y="432845"/>
                    <a:pt x="6236854" y="432845"/>
                  </a:cubicBezTo>
                  <a:lnTo>
                    <a:pt x="20471" y="432845"/>
                  </a:lnTo>
                  <a:cubicBezTo>
                    <a:pt x="9165" y="432845"/>
                    <a:pt x="0" y="423680"/>
                    <a:pt x="0" y="412374"/>
                  </a:cubicBezTo>
                  <a:lnTo>
                    <a:pt x="0" y="20471"/>
                  </a:lnTo>
                  <a:cubicBezTo>
                    <a:pt x="0" y="9165"/>
                    <a:pt x="9165" y="0"/>
                    <a:pt x="20471" y="0"/>
                  </a:cubicBezTo>
                  <a:close/>
                </a:path>
              </a:pathLst>
            </a:custGeom>
            <a:solidFill>
              <a:srgbClr val="EB9515"/>
            </a:solidFill>
          </p:spPr>
        </p:sp>
        <p:sp>
          <p:nvSpPr>
            <p:cNvPr name="TextBox 8" id="8"/>
            <p:cNvSpPr txBox="true"/>
            <p:nvPr/>
          </p:nvSpPr>
          <p:spPr>
            <a:xfrm>
              <a:off x="0" y="-38100"/>
              <a:ext cx="6257324" cy="470945"/>
            </a:xfrm>
            <a:prstGeom prst="rect">
              <a:avLst/>
            </a:prstGeom>
          </p:spPr>
          <p:txBody>
            <a:bodyPr anchor="ctr" rtlCol="false" tIns="50800" lIns="50800" bIns="50800" rIns="50800"/>
            <a:lstStyle/>
            <a:p>
              <a:pPr algn="ctr">
                <a:lnSpc>
                  <a:spcPts val="3079"/>
                </a:lnSpc>
                <a:spcBef>
                  <a:spcPct val="0"/>
                </a:spcBef>
              </a:pPr>
            </a:p>
          </p:txBody>
        </p:sp>
      </p:grpSp>
      <p:graphicFrame>
        <p:nvGraphicFramePr>
          <p:cNvPr name="Object 9" id="9"/>
          <p:cNvGraphicFramePr/>
          <p:nvPr/>
        </p:nvGraphicFramePr>
        <p:xfrm>
          <a:off x="2815718" y="3262773"/>
          <a:ext cx="5657850" cy="8172450"/>
        </p:xfrm>
        <a:graphic>
          <a:graphicData uri="http://schemas.openxmlformats.org/presentationml/2006/ole">
            <p:oleObj imgW="7289800" imgH="98044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10" id="10"/>
          <p:cNvSpPr txBox="true"/>
          <p:nvPr/>
        </p:nvSpPr>
        <p:spPr>
          <a:xfrm rot="0">
            <a:off x="6695312" y="2093243"/>
            <a:ext cx="4897376" cy="621929"/>
          </a:xfrm>
          <a:prstGeom prst="rect">
            <a:avLst/>
          </a:prstGeom>
        </p:spPr>
        <p:txBody>
          <a:bodyPr anchor="t" rtlCol="false" tIns="0" lIns="0" bIns="0" rIns="0">
            <a:spAutoFit/>
          </a:bodyPr>
          <a:lstStyle/>
          <a:p>
            <a:pPr algn="just">
              <a:lnSpc>
                <a:spcPts val="4610"/>
              </a:lnSpc>
            </a:pPr>
            <a:r>
              <a:rPr lang="en-US" b="true" sz="4610" spc="-230">
                <a:solidFill>
                  <a:srgbClr val="00192A"/>
                </a:solidFill>
                <a:latin typeface="Glacial Indifference Bold"/>
                <a:ea typeface="Glacial Indifference Bold"/>
                <a:cs typeface="Glacial Indifference Bold"/>
                <a:sym typeface="Glacial Indifference Bold"/>
              </a:rPr>
              <a:t>Struktur Method</a:t>
            </a:r>
          </a:p>
        </p:txBody>
      </p:sp>
      <p:grpSp>
        <p:nvGrpSpPr>
          <p:cNvPr name="Group 11" id="11"/>
          <p:cNvGrpSpPr/>
          <p:nvPr/>
        </p:nvGrpSpPr>
        <p:grpSpPr>
          <a:xfrm rot="7447239">
            <a:off x="-477356" y="7831345"/>
            <a:ext cx="3012111" cy="5306600"/>
            <a:chOff x="0" y="0"/>
            <a:chExt cx="793313" cy="1397623"/>
          </a:xfrm>
        </p:grpSpPr>
        <p:sp>
          <p:nvSpPr>
            <p:cNvPr name="Freeform 12" id="12"/>
            <p:cNvSpPr/>
            <p:nvPr/>
          </p:nvSpPr>
          <p:spPr>
            <a:xfrm flipH="false" flipV="false" rot="0">
              <a:off x="0" y="0"/>
              <a:ext cx="793313" cy="1397623"/>
            </a:xfrm>
            <a:custGeom>
              <a:avLst/>
              <a:gdLst/>
              <a:ahLst/>
              <a:cxnLst/>
              <a:rect r="r" b="b" t="t" l="l"/>
              <a:pathLst>
                <a:path h="1397623" w="793313">
                  <a:moveTo>
                    <a:pt x="131083" y="0"/>
                  </a:moveTo>
                  <a:lnTo>
                    <a:pt x="662230" y="0"/>
                  </a:lnTo>
                  <a:cubicBezTo>
                    <a:pt x="734625" y="0"/>
                    <a:pt x="793313" y="58688"/>
                    <a:pt x="793313" y="131083"/>
                  </a:cubicBezTo>
                  <a:lnTo>
                    <a:pt x="793313" y="1266540"/>
                  </a:lnTo>
                  <a:cubicBezTo>
                    <a:pt x="793313" y="1301305"/>
                    <a:pt x="779503" y="1334647"/>
                    <a:pt x="754920" y="1359230"/>
                  </a:cubicBezTo>
                  <a:cubicBezTo>
                    <a:pt x="730337" y="1383813"/>
                    <a:pt x="696995" y="1397623"/>
                    <a:pt x="662230" y="1397623"/>
                  </a:cubicBezTo>
                  <a:lnTo>
                    <a:pt x="131083" y="1397623"/>
                  </a:lnTo>
                  <a:cubicBezTo>
                    <a:pt x="96318" y="1397623"/>
                    <a:pt x="62976" y="1383813"/>
                    <a:pt x="38393" y="1359230"/>
                  </a:cubicBezTo>
                  <a:cubicBezTo>
                    <a:pt x="13811" y="1334647"/>
                    <a:pt x="0" y="1301305"/>
                    <a:pt x="0" y="1266540"/>
                  </a:cubicBezTo>
                  <a:lnTo>
                    <a:pt x="0" y="131083"/>
                  </a:lnTo>
                  <a:cubicBezTo>
                    <a:pt x="0" y="96318"/>
                    <a:pt x="13811" y="62976"/>
                    <a:pt x="38393" y="38393"/>
                  </a:cubicBezTo>
                  <a:cubicBezTo>
                    <a:pt x="62976" y="13811"/>
                    <a:pt x="96318" y="0"/>
                    <a:pt x="131083" y="0"/>
                  </a:cubicBezTo>
                  <a:close/>
                </a:path>
              </a:pathLst>
            </a:custGeom>
            <a:solidFill>
              <a:srgbClr val="00192A"/>
            </a:solidFill>
          </p:spPr>
        </p:sp>
        <p:sp>
          <p:nvSpPr>
            <p:cNvPr name="TextBox 13" id="13"/>
            <p:cNvSpPr txBox="true"/>
            <p:nvPr/>
          </p:nvSpPr>
          <p:spPr>
            <a:xfrm>
              <a:off x="0" y="-38100"/>
              <a:ext cx="793313" cy="1435723"/>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17204334" y="967740"/>
            <a:ext cx="1597082" cy="670560"/>
            <a:chOff x="0" y="0"/>
            <a:chExt cx="420631" cy="176608"/>
          </a:xfrm>
        </p:grpSpPr>
        <p:sp>
          <p:nvSpPr>
            <p:cNvPr name="Freeform 15" id="15"/>
            <p:cNvSpPr/>
            <p:nvPr/>
          </p:nvSpPr>
          <p:spPr>
            <a:xfrm flipH="false" flipV="false" rot="0">
              <a:off x="0" y="0"/>
              <a:ext cx="420631" cy="176608"/>
            </a:xfrm>
            <a:custGeom>
              <a:avLst/>
              <a:gdLst/>
              <a:ahLst/>
              <a:cxnLst/>
              <a:rect r="r" b="b" t="t" l="l"/>
              <a:pathLst>
                <a:path h="176608" w="420631">
                  <a:moveTo>
                    <a:pt x="88304" y="0"/>
                  </a:moveTo>
                  <a:lnTo>
                    <a:pt x="332326" y="0"/>
                  </a:lnTo>
                  <a:cubicBezTo>
                    <a:pt x="355746" y="0"/>
                    <a:pt x="378207" y="9303"/>
                    <a:pt x="394767" y="25864"/>
                  </a:cubicBezTo>
                  <a:cubicBezTo>
                    <a:pt x="411327" y="42424"/>
                    <a:pt x="420631" y="64885"/>
                    <a:pt x="420631" y="88304"/>
                  </a:cubicBezTo>
                  <a:lnTo>
                    <a:pt x="420631" y="88304"/>
                  </a:lnTo>
                  <a:cubicBezTo>
                    <a:pt x="420631" y="137073"/>
                    <a:pt x="381096" y="176608"/>
                    <a:pt x="332326" y="176608"/>
                  </a:cubicBezTo>
                  <a:lnTo>
                    <a:pt x="88304" y="176608"/>
                  </a:lnTo>
                  <a:cubicBezTo>
                    <a:pt x="64885" y="176608"/>
                    <a:pt x="42424" y="167305"/>
                    <a:pt x="25864" y="150745"/>
                  </a:cubicBezTo>
                  <a:cubicBezTo>
                    <a:pt x="9303" y="134185"/>
                    <a:pt x="0" y="111724"/>
                    <a:pt x="0" y="88304"/>
                  </a:cubicBezTo>
                  <a:lnTo>
                    <a:pt x="0" y="88304"/>
                  </a:lnTo>
                  <a:cubicBezTo>
                    <a:pt x="0" y="64885"/>
                    <a:pt x="9303" y="42424"/>
                    <a:pt x="25864" y="25864"/>
                  </a:cubicBezTo>
                  <a:cubicBezTo>
                    <a:pt x="42424" y="9303"/>
                    <a:pt x="64885" y="0"/>
                    <a:pt x="88304" y="0"/>
                  </a:cubicBezTo>
                  <a:close/>
                </a:path>
              </a:pathLst>
            </a:custGeom>
            <a:solidFill>
              <a:srgbClr val="00192A"/>
            </a:solidFill>
          </p:spPr>
        </p:sp>
        <p:sp>
          <p:nvSpPr>
            <p:cNvPr name="TextBox 16" id="16"/>
            <p:cNvSpPr txBox="true"/>
            <p:nvPr/>
          </p:nvSpPr>
          <p:spPr>
            <a:xfrm>
              <a:off x="0" y="-38100"/>
              <a:ext cx="420631" cy="214708"/>
            </a:xfrm>
            <a:prstGeom prst="rect">
              <a:avLst/>
            </a:prstGeom>
          </p:spPr>
          <p:txBody>
            <a:bodyPr anchor="ctr" rtlCol="false" tIns="50800" lIns="50800" bIns="50800" rIns="50800"/>
            <a:lstStyle/>
            <a:p>
              <a:pPr algn="ctr">
                <a:lnSpc>
                  <a:spcPts val="3079"/>
                </a:lnSpc>
                <a:spcBef>
                  <a:spcPct val="0"/>
                </a:spcBef>
              </a:pPr>
            </a:p>
          </p:txBody>
        </p:sp>
      </p:grpSp>
      <p:sp>
        <p:nvSpPr>
          <p:cNvPr name="TextBox 17" id="17"/>
          <p:cNvSpPr txBox="true"/>
          <p:nvPr/>
        </p:nvSpPr>
        <p:spPr>
          <a:xfrm rot="0">
            <a:off x="17149368" y="1085850"/>
            <a:ext cx="853507" cy="491490"/>
          </a:xfrm>
          <a:prstGeom prst="rect">
            <a:avLst/>
          </a:prstGeom>
        </p:spPr>
        <p:txBody>
          <a:bodyPr anchor="t" rtlCol="false" tIns="0" lIns="0" bIns="0" rIns="0">
            <a:spAutoFit/>
          </a:bodyPr>
          <a:lstStyle/>
          <a:p>
            <a:pPr algn="r">
              <a:lnSpc>
                <a:spcPts val="3600"/>
              </a:lnSpc>
            </a:pPr>
            <a:r>
              <a:rPr lang="en-US" b="true" sz="3600" spc="-144">
                <a:solidFill>
                  <a:srgbClr val="FFFFFF"/>
                </a:solidFill>
                <a:latin typeface="Inter Bold"/>
                <a:ea typeface="Inter Bold"/>
                <a:cs typeface="Inter Bold"/>
                <a:sym typeface="Inter Bold"/>
              </a:rPr>
              <a:t>04</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649825" y="-2693712"/>
            <a:ext cx="1456581" cy="12980712"/>
            <a:chOff x="0" y="0"/>
            <a:chExt cx="383626" cy="3418788"/>
          </a:xfrm>
        </p:grpSpPr>
        <p:sp>
          <p:nvSpPr>
            <p:cNvPr name="Freeform 3" id="3"/>
            <p:cNvSpPr/>
            <p:nvPr/>
          </p:nvSpPr>
          <p:spPr>
            <a:xfrm flipH="false" flipV="false" rot="0">
              <a:off x="0" y="0"/>
              <a:ext cx="383626" cy="3418788"/>
            </a:xfrm>
            <a:custGeom>
              <a:avLst/>
              <a:gdLst/>
              <a:ahLst/>
              <a:cxnLst/>
              <a:rect r="r" b="b" t="t" l="l"/>
              <a:pathLst>
                <a:path h="3418788" w="383626">
                  <a:moveTo>
                    <a:pt x="191813" y="0"/>
                  </a:moveTo>
                  <a:lnTo>
                    <a:pt x="191813" y="0"/>
                  </a:lnTo>
                  <a:cubicBezTo>
                    <a:pt x="242685" y="0"/>
                    <a:pt x="291474" y="20209"/>
                    <a:pt x="327446" y="56181"/>
                  </a:cubicBezTo>
                  <a:cubicBezTo>
                    <a:pt x="363417" y="92153"/>
                    <a:pt x="383626" y="140941"/>
                    <a:pt x="383626" y="191813"/>
                  </a:cubicBezTo>
                  <a:lnTo>
                    <a:pt x="383626" y="3226975"/>
                  </a:lnTo>
                  <a:cubicBezTo>
                    <a:pt x="383626" y="3277847"/>
                    <a:pt x="363417" y="3326635"/>
                    <a:pt x="327446" y="3362608"/>
                  </a:cubicBezTo>
                  <a:cubicBezTo>
                    <a:pt x="291474" y="3398579"/>
                    <a:pt x="242685" y="3418788"/>
                    <a:pt x="191813" y="3418788"/>
                  </a:cubicBezTo>
                  <a:lnTo>
                    <a:pt x="191813" y="3418788"/>
                  </a:lnTo>
                  <a:cubicBezTo>
                    <a:pt x="140941" y="3418788"/>
                    <a:pt x="92153" y="3398579"/>
                    <a:pt x="56181" y="3362608"/>
                  </a:cubicBezTo>
                  <a:cubicBezTo>
                    <a:pt x="20209" y="3326635"/>
                    <a:pt x="0" y="3277847"/>
                    <a:pt x="0" y="3226975"/>
                  </a:cubicBezTo>
                  <a:lnTo>
                    <a:pt x="0" y="191813"/>
                  </a:lnTo>
                  <a:cubicBezTo>
                    <a:pt x="0" y="140941"/>
                    <a:pt x="20209" y="92153"/>
                    <a:pt x="56181" y="56181"/>
                  </a:cubicBezTo>
                  <a:cubicBezTo>
                    <a:pt x="92153" y="20209"/>
                    <a:pt x="140941" y="0"/>
                    <a:pt x="191813" y="0"/>
                  </a:cubicBezTo>
                  <a:close/>
                </a:path>
              </a:pathLst>
            </a:custGeom>
            <a:solidFill>
              <a:srgbClr val="00192A"/>
            </a:solidFill>
          </p:spPr>
        </p:sp>
        <p:sp>
          <p:nvSpPr>
            <p:cNvPr name="TextBox 4" id="4"/>
            <p:cNvSpPr txBox="true"/>
            <p:nvPr/>
          </p:nvSpPr>
          <p:spPr>
            <a:xfrm>
              <a:off x="0" y="-38100"/>
              <a:ext cx="383626" cy="3456888"/>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4551640" y="419453"/>
            <a:ext cx="1351044" cy="197861"/>
          </a:xfrm>
          <a:custGeom>
            <a:avLst/>
            <a:gdLst/>
            <a:ahLst/>
            <a:cxnLst/>
            <a:rect r="r" b="b" t="t" l="l"/>
            <a:pathLst>
              <a:path h="197861" w="1351044">
                <a:moveTo>
                  <a:pt x="0" y="0"/>
                </a:moveTo>
                <a:lnTo>
                  <a:pt x="1351044" y="0"/>
                </a:lnTo>
                <a:lnTo>
                  <a:pt x="1351044" y="197860"/>
                </a:lnTo>
                <a:lnTo>
                  <a:pt x="0" y="197860"/>
                </a:lnTo>
                <a:lnTo>
                  <a:pt x="0" y="0"/>
                </a:lnTo>
                <a:close/>
              </a:path>
            </a:pathLst>
          </a:custGeom>
          <a:blipFill>
            <a:blip r:embed="rId2">
              <a:extLst>
                <a:ext uri="{96DAC541-7B7A-43D3-8B79-37D633B846F1}">
                  <asvg:svgBlip xmlns:asvg="http://schemas.microsoft.com/office/drawing/2016/SVG/main" r:embed="rId3"/>
                </a:ext>
              </a:extLst>
            </a:blip>
            <a:stretch>
              <a:fillRect l="-204564" t="-1979642" r="0" b="0"/>
            </a:stretch>
          </a:blipFill>
        </p:spPr>
      </p:sp>
      <p:grpSp>
        <p:nvGrpSpPr>
          <p:cNvPr name="Group 6" id="6"/>
          <p:cNvGrpSpPr/>
          <p:nvPr/>
        </p:nvGrpSpPr>
        <p:grpSpPr>
          <a:xfrm rot="0">
            <a:off x="-500005" y="1699260"/>
            <a:ext cx="19288011" cy="1334232"/>
            <a:chOff x="0" y="0"/>
            <a:chExt cx="6257324" cy="432845"/>
          </a:xfrm>
        </p:grpSpPr>
        <p:sp>
          <p:nvSpPr>
            <p:cNvPr name="Freeform 7" id="7"/>
            <p:cNvSpPr/>
            <p:nvPr/>
          </p:nvSpPr>
          <p:spPr>
            <a:xfrm flipH="false" flipV="false" rot="0">
              <a:off x="0" y="0"/>
              <a:ext cx="6257324" cy="432845"/>
            </a:xfrm>
            <a:custGeom>
              <a:avLst/>
              <a:gdLst/>
              <a:ahLst/>
              <a:cxnLst/>
              <a:rect r="r" b="b" t="t" l="l"/>
              <a:pathLst>
                <a:path h="432845" w="6257324">
                  <a:moveTo>
                    <a:pt x="20471" y="0"/>
                  </a:moveTo>
                  <a:lnTo>
                    <a:pt x="6236854" y="0"/>
                  </a:lnTo>
                  <a:cubicBezTo>
                    <a:pt x="6248159" y="0"/>
                    <a:pt x="6257324" y="9165"/>
                    <a:pt x="6257324" y="20471"/>
                  </a:cubicBezTo>
                  <a:lnTo>
                    <a:pt x="6257324" y="412374"/>
                  </a:lnTo>
                  <a:cubicBezTo>
                    <a:pt x="6257324" y="423680"/>
                    <a:pt x="6248159" y="432845"/>
                    <a:pt x="6236854" y="432845"/>
                  </a:cubicBezTo>
                  <a:lnTo>
                    <a:pt x="20471" y="432845"/>
                  </a:lnTo>
                  <a:cubicBezTo>
                    <a:pt x="9165" y="432845"/>
                    <a:pt x="0" y="423680"/>
                    <a:pt x="0" y="412374"/>
                  </a:cubicBezTo>
                  <a:lnTo>
                    <a:pt x="0" y="20471"/>
                  </a:lnTo>
                  <a:cubicBezTo>
                    <a:pt x="0" y="9165"/>
                    <a:pt x="9165" y="0"/>
                    <a:pt x="20471" y="0"/>
                  </a:cubicBezTo>
                  <a:close/>
                </a:path>
              </a:pathLst>
            </a:custGeom>
            <a:solidFill>
              <a:srgbClr val="EB9515"/>
            </a:solidFill>
          </p:spPr>
        </p:sp>
        <p:sp>
          <p:nvSpPr>
            <p:cNvPr name="TextBox 8" id="8"/>
            <p:cNvSpPr txBox="true"/>
            <p:nvPr/>
          </p:nvSpPr>
          <p:spPr>
            <a:xfrm>
              <a:off x="0" y="-38100"/>
              <a:ext cx="6257324" cy="470945"/>
            </a:xfrm>
            <a:prstGeom prst="rect">
              <a:avLst/>
            </a:prstGeom>
          </p:spPr>
          <p:txBody>
            <a:bodyPr anchor="ctr" rtlCol="false" tIns="50800" lIns="50800" bIns="50800" rIns="50800"/>
            <a:lstStyle/>
            <a:p>
              <a:pPr algn="ctr">
                <a:lnSpc>
                  <a:spcPts val="3079"/>
                </a:lnSpc>
                <a:spcBef>
                  <a:spcPct val="0"/>
                </a:spcBef>
              </a:pPr>
            </a:p>
          </p:txBody>
        </p:sp>
      </p:grpSp>
      <p:graphicFrame>
        <p:nvGraphicFramePr>
          <p:cNvPr name="Object 9" id="9"/>
          <p:cNvGraphicFramePr/>
          <p:nvPr/>
        </p:nvGraphicFramePr>
        <p:xfrm>
          <a:off x="2645576" y="3796644"/>
          <a:ext cx="5657850" cy="8172450"/>
        </p:xfrm>
        <a:graphic>
          <a:graphicData uri="http://schemas.openxmlformats.org/presentationml/2006/ole">
            <p:oleObj imgW="7289800" imgH="98044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10" id="10"/>
          <p:cNvSpPr txBox="true"/>
          <p:nvPr/>
        </p:nvSpPr>
        <p:spPr>
          <a:xfrm rot="0">
            <a:off x="16405793" y="1146810"/>
            <a:ext cx="853507" cy="491490"/>
          </a:xfrm>
          <a:prstGeom prst="rect">
            <a:avLst/>
          </a:prstGeom>
        </p:spPr>
        <p:txBody>
          <a:bodyPr anchor="t" rtlCol="false" tIns="0" lIns="0" bIns="0" rIns="0">
            <a:spAutoFit/>
          </a:bodyPr>
          <a:lstStyle/>
          <a:p>
            <a:pPr algn="r">
              <a:lnSpc>
                <a:spcPts val="3600"/>
              </a:lnSpc>
            </a:pPr>
            <a:r>
              <a:rPr lang="en-US" b="true" sz="3600" spc="-144">
                <a:solidFill>
                  <a:srgbClr val="FFFFFF"/>
                </a:solidFill>
                <a:latin typeface="Inter Bold"/>
                <a:ea typeface="Inter Bold"/>
                <a:cs typeface="Inter Bold"/>
                <a:sym typeface="Inter Bold"/>
              </a:rPr>
              <a:t>04</a:t>
            </a:r>
          </a:p>
        </p:txBody>
      </p:sp>
      <p:sp>
        <p:nvSpPr>
          <p:cNvPr name="TextBox 11" id="11"/>
          <p:cNvSpPr txBox="true"/>
          <p:nvPr/>
        </p:nvSpPr>
        <p:spPr>
          <a:xfrm rot="0">
            <a:off x="6695312" y="2093243"/>
            <a:ext cx="4897376" cy="621929"/>
          </a:xfrm>
          <a:prstGeom prst="rect">
            <a:avLst/>
          </a:prstGeom>
        </p:spPr>
        <p:txBody>
          <a:bodyPr anchor="t" rtlCol="false" tIns="0" lIns="0" bIns="0" rIns="0">
            <a:spAutoFit/>
          </a:bodyPr>
          <a:lstStyle/>
          <a:p>
            <a:pPr algn="just">
              <a:lnSpc>
                <a:spcPts val="4610"/>
              </a:lnSpc>
            </a:pPr>
            <a:r>
              <a:rPr lang="en-US" b="true" sz="4610" spc="-230">
                <a:solidFill>
                  <a:srgbClr val="00192A"/>
                </a:solidFill>
                <a:latin typeface="Glacial Indifference Bold"/>
                <a:ea typeface="Glacial Indifference Bold"/>
                <a:cs typeface="Glacial Indifference Bold"/>
                <a:sym typeface="Glacial Indifference Bold"/>
              </a:rPr>
              <a:t>Struktur Method</a:t>
            </a:r>
          </a:p>
        </p:txBody>
      </p:sp>
      <p:grpSp>
        <p:nvGrpSpPr>
          <p:cNvPr name="Group 12" id="12"/>
          <p:cNvGrpSpPr/>
          <p:nvPr/>
        </p:nvGrpSpPr>
        <p:grpSpPr>
          <a:xfrm rot="7447239">
            <a:off x="-3867557" y="-3726074"/>
            <a:ext cx="3864500" cy="6611331"/>
            <a:chOff x="0" y="0"/>
            <a:chExt cx="1017811" cy="1741256"/>
          </a:xfrm>
        </p:grpSpPr>
        <p:sp>
          <p:nvSpPr>
            <p:cNvPr name="Freeform 13" id="13"/>
            <p:cNvSpPr/>
            <p:nvPr/>
          </p:nvSpPr>
          <p:spPr>
            <a:xfrm flipH="false" flipV="false" rot="0">
              <a:off x="0" y="0"/>
              <a:ext cx="1017811" cy="1741256"/>
            </a:xfrm>
            <a:custGeom>
              <a:avLst/>
              <a:gdLst/>
              <a:ahLst/>
              <a:cxnLst/>
              <a:rect r="r" b="b" t="t" l="l"/>
              <a:pathLst>
                <a:path h="1741256" w="1017811">
                  <a:moveTo>
                    <a:pt x="102171" y="0"/>
                  </a:moveTo>
                  <a:lnTo>
                    <a:pt x="915640" y="0"/>
                  </a:lnTo>
                  <a:cubicBezTo>
                    <a:pt x="942738" y="0"/>
                    <a:pt x="968725" y="10764"/>
                    <a:pt x="987886" y="29925"/>
                  </a:cubicBezTo>
                  <a:cubicBezTo>
                    <a:pt x="1007046" y="49086"/>
                    <a:pt x="1017811" y="75073"/>
                    <a:pt x="1017811" y="102171"/>
                  </a:cubicBezTo>
                  <a:lnTo>
                    <a:pt x="1017811" y="1639085"/>
                  </a:lnTo>
                  <a:cubicBezTo>
                    <a:pt x="1017811" y="1666183"/>
                    <a:pt x="1007046" y="1692170"/>
                    <a:pt x="987886" y="1711331"/>
                  </a:cubicBezTo>
                  <a:cubicBezTo>
                    <a:pt x="968725" y="1730492"/>
                    <a:pt x="942738" y="1741256"/>
                    <a:pt x="915640" y="1741256"/>
                  </a:cubicBezTo>
                  <a:lnTo>
                    <a:pt x="102171" y="1741256"/>
                  </a:lnTo>
                  <a:cubicBezTo>
                    <a:pt x="75073" y="1741256"/>
                    <a:pt x="49086" y="1730492"/>
                    <a:pt x="29925" y="1711331"/>
                  </a:cubicBezTo>
                  <a:cubicBezTo>
                    <a:pt x="10764" y="1692170"/>
                    <a:pt x="0" y="1666183"/>
                    <a:pt x="0" y="1639085"/>
                  </a:cubicBezTo>
                  <a:lnTo>
                    <a:pt x="0" y="102171"/>
                  </a:lnTo>
                  <a:cubicBezTo>
                    <a:pt x="0" y="75073"/>
                    <a:pt x="10764" y="49086"/>
                    <a:pt x="29925" y="29925"/>
                  </a:cubicBezTo>
                  <a:cubicBezTo>
                    <a:pt x="49086" y="10764"/>
                    <a:pt x="75073" y="0"/>
                    <a:pt x="102171" y="0"/>
                  </a:cubicBezTo>
                  <a:close/>
                </a:path>
              </a:pathLst>
            </a:custGeom>
            <a:solidFill>
              <a:srgbClr val="00192A"/>
            </a:solidFill>
          </p:spPr>
        </p:sp>
        <p:sp>
          <p:nvSpPr>
            <p:cNvPr name="TextBox 14" id="14"/>
            <p:cNvSpPr txBox="true"/>
            <p:nvPr/>
          </p:nvSpPr>
          <p:spPr>
            <a:xfrm>
              <a:off x="0" y="-38100"/>
              <a:ext cx="1017811" cy="1779356"/>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17204334" y="967740"/>
            <a:ext cx="1597082" cy="670560"/>
            <a:chOff x="0" y="0"/>
            <a:chExt cx="420631" cy="176608"/>
          </a:xfrm>
        </p:grpSpPr>
        <p:sp>
          <p:nvSpPr>
            <p:cNvPr name="Freeform 16" id="16"/>
            <p:cNvSpPr/>
            <p:nvPr/>
          </p:nvSpPr>
          <p:spPr>
            <a:xfrm flipH="false" flipV="false" rot="0">
              <a:off x="0" y="0"/>
              <a:ext cx="420631" cy="176608"/>
            </a:xfrm>
            <a:custGeom>
              <a:avLst/>
              <a:gdLst/>
              <a:ahLst/>
              <a:cxnLst/>
              <a:rect r="r" b="b" t="t" l="l"/>
              <a:pathLst>
                <a:path h="176608" w="420631">
                  <a:moveTo>
                    <a:pt x="88304" y="0"/>
                  </a:moveTo>
                  <a:lnTo>
                    <a:pt x="332326" y="0"/>
                  </a:lnTo>
                  <a:cubicBezTo>
                    <a:pt x="355746" y="0"/>
                    <a:pt x="378207" y="9303"/>
                    <a:pt x="394767" y="25864"/>
                  </a:cubicBezTo>
                  <a:cubicBezTo>
                    <a:pt x="411327" y="42424"/>
                    <a:pt x="420631" y="64885"/>
                    <a:pt x="420631" y="88304"/>
                  </a:cubicBezTo>
                  <a:lnTo>
                    <a:pt x="420631" y="88304"/>
                  </a:lnTo>
                  <a:cubicBezTo>
                    <a:pt x="420631" y="137073"/>
                    <a:pt x="381096" y="176608"/>
                    <a:pt x="332326" y="176608"/>
                  </a:cubicBezTo>
                  <a:lnTo>
                    <a:pt x="88304" y="176608"/>
                  </a:lnTo>
                  <a:cubicBezTo>
                    <a:pt x="64885" y="176608"/>
                    <a:pt x="42424" y="167305"/>
                    <a:pt x="25864" y="150745"/>
                  </a:cubicBezTo>
                  <a:cubicBezTo>
                    <a:pt x="9303" y="134185"/>
                    <a:pt x="0" y="111724"/>
                    <a:pt x="0" y="88304"/>
                  </a:cubicBezTo>
                  <a:lnTo>
                    <a:pt x="0" y="88304"/>
                  </a:lnTo>
                  <a:cubicBezTo>
                    <a:pt x="0" y="64885"/>
                    <a:pt x="9303" y="42424"/>
                    <a:pt x="25864" y="25864"/>
                  </a:cubicBezTo>
                  <a:cubicBezTo>
                    <a:pt x="42424" y="9303"/>
                    <a:pt x="64885" y="0"/>
                    <a:pt x="88304" y="0"/>
                  </a:cubicBezTo>
                  <a:close/>
                </a:path>
              </a:pathLst>
            </a:custGeom>
            <a:solidFill>
              <a:srgbClr val="00192A"/>
            </a:solidFill>
          </p:spPr>
        </p:sp>
        <p:sp>
          <p:nvSpPr>
            <p:cNvPr name="TextBox 17" id="17"/>
            <p:cNvSpPr txBox="true"/>
            <p:nvPr/>
          </p:nvSpPr>
          <p:spPr>
            <a:xfrm>
              <a:off x="0" y="-38100"/>
              <a:ext cx="420631" cy="214708"/>
            </a:xfrm>
            <a:prstGeom prst="rect">
              <a:avLst/>
            </a:prstGeom>
          </p:spPr>
          <p:txBody>
            <a:bodyPr anchor="ctr" rtlCol="false" tIns="50800" lIns="50800" bIns="50800" rIns="50800"/>
            <a:lstStyle/>
            <a:p>
              <a:pPr algn="ctr">
                <a:lnSpc>
                  <a:spcPts val="3079"/>
                </a:lnSpc>
                <a:spcBef>
                  <a:spcPct val="0"/>
                </a:spcBef>
              </a:pPr>
            </a:p>
          </p:txBody>
        </p:sp>
      </p:grpSp>
      <p:sp>
        <p:nvSpPr>
          <p:cNvPr name="TextBox 18" id="18"/>
          <p:cNvSpPr txBox="true"/>
          <p:nvPr/>
        </p:nvSpPr>
        <p:spPr>
          <a:xfrm rot="0">
            <a:off x="17149368" y="1085850"/>
            <a:ext cx="853507" cy="491490"/>
          </a:xfrm>
          <a:prstGeom prst="rect">
            <a:avLst/>
          </a:prstGeom>
        </p:spPr>
        <p:txBody>
          <a:bodyPr anchor="t" rtlCol="false" tIns="0" lIns="0" bIns="0" rIns="0">
            <a:spAutoFit/>
          </a:bodyPr>
          <a:lstStyle/>
          <a:p>
            <a:pPr algn="r">
              <a:lnSpc>
                <a:spcPts val="3600"/>
              </a:lnSpc>
            </a:pPr>
            <a:r>
              <a:rPr lang="en-US" b="true" sz="3600" spc="-144">
                <a:solidFill>
                  <a:srgbClr val="FFFFFF"/>
                </a:solidFill>
                <a:latin typeface="Inter Bold"/>
                <a:ea typeface="Inter Bold"/>
                <a:cs typeface="Inter Bold"/>
                <a:sym typeface="Inter Bold"/>
              </a:rPr>
              <a:t>05</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45643" y="9258300"/>
            <a:ext cx="22144166" cy="2442184"/>
            <a:chOff x="0" y="0"/>
            <a:chExt cx="5832208" cy="643209"/>
          </a:xfrm>
        </p:grpSpPr>
        <p:sp>
          <p:nvSpPr>
            <p:cNvPr name="Freeform 3" id="3"/>
            <p:cNvSpPr/>
            <p:nvPr/>
          </p:nvSpPr>
          <p:spPr>
            <a:xfrm flipH="false" flipV="false" rot="0">
              <a:off x="0" y="0"/>
              <a:ext cx="5832208" cy="643209"/>
            </a:xfrm>
            <a:custGeom>
              <a:avLst/>
              <a:gdLst/>
              <a:ahLst/>
              <a:cxnLst/>
              <a:rect r="r" b="b" t="t" l="l"/>
              <a:pathLst>
                <a:path h="643209" w="5832208">
                  <a:moveTo>
                    <a:pt x="17830" y="0"/>
                  </a:moveTo>
                  <a:lnTo>
                    <a:pt x="5814378" y="0"/>
                  </a:lnTo>
                  <a:cubicBezTo>
                    <a:pt x="5819107" y="0"/>
                    <a:pt x="5823642" y="1879"/>
                    <a:pt x="5826986" y="5222"/>
                  </a:cubicBezTo>
                  <a:cubicBezTo>
                    <a:pt x="5830330" y="8566"/>
                    <a:pt x="5832208" y="13101"/>
                    <a:pt x="5832208" y="17830"/>
                  </a:cubicBezTo>
                  <a:lnTo>
                    <a:pt x="5832208" y="625378"/>
                  </a:lnTo>
                  <a:cubicBezTo>
                    <a:pt x="5832208" y="630107"/>
                    <a:pt x="5830330" y="634643"/>
                    <a:pt x="5826986" y="637986"/>
                  </a:cubicBezTo>
                  <a:cubicBezTo>
                    <a:pt x="5823642" y="641330"/>
                    <a:pt x="5819107" y="643209"/>
                    <a:pt x="5814378" y="643209"/>
                  </a:cubicBezTo>
                  <a:lnTo>
                    <a:pt x="17830" y="643209"/>
                  </a:lnTo>
                  <a:cubicBezTo>
                    <a:pt x="13101" y="643209"/>
                    <a:pt x="8566" y="641330"/>
                    <a:pt x="5222" y="637986"/>
                  </a:cubicBezTo>
                  <a:cubicBezTo>
                    <a:pt x="1879" y="634643"/>
                    <a:pt x="0" y="630107"/>
                    <a:pt x="0" y="625378"/>
                  </a:cubicBezTo>
                  <a:lnTo>
                    <a:pt x="0" y="17830"/>
                  </a:lnTo>
                  <a:cubicBezTo>
                    <a:pt x="0" y="13101"/>
                    <a:pt x="1879" y="8566"/>
                    <a:pt x="5222" y="5222"/>
                  </a:cubicBezTo>
                  <a:cubicBezTo>
                    <a:pt x="8566" y="1879"/>
                    <a:pt x="13101" y="0"/>
                    <a:pt x="17830" y="0"/>
                  </a:cubicBezTo>
                  <a:close/>
                </a:path>
              </a:pathLst>
            </a:custGeom>
            <a:solidFill>
              <a:srgbClr val="00192A"/>
            </a:solidFill>
            <a:ln w="38100" cap="rnd">
              <a:solidFill>
                <a:srgbClr val="000000"/>
              </a:solidFill>
              <a:prstDash val="solid"/>
              <a:round/>
            </a:ln>
          </p:spPr>
        </p:sp>
        <p:sp>
          <p:nvSpPr>
            <p:cNvPr name="TextBox 4" id="4"/>
            <p:cNvSpPr txBox="true"/>
            <p:nvPr/>
          </p:nvSpPr>
          <p:spPr>
            <a:xfrm>
              <a:off x="0" y="-38100"/>
              <a:ext cx="5832208" cy="681309"/>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643150" y="1028700"/>
            <a:ext cx="1351044" cy="197861"/>
          </a:xfrm>
          <a:custGeom>
            <a:avLst/>
            <a:gdLst/>
            <a:ahLst/>
            <a:cxnLst/>
            <a:rect r="r" b="b" t="t" l="l"/>
            <a:pathLst>
              <a:path h="197861" w="1351044">
                <a:moveTo>
                  <a:pt x="0" y="0"/>
                </a:moveTo>
                <a:lnTo>
                  <a:pt x="1351044" y="0"/>
                </a:lnTo>
                <a:lnTo>
                  <a:pt x="1351044" y="197861"/>
                </a:lnTo>
                <a:lnTo>
                  <a:pt x="0" y="197861"/>
                </a:lnTo>
                <a:lnTo>
                  <a:pt x="0" y="0"/>
                </a:lnTo>
                <a:close/>
              </a:path>
            </a:pathLst>
          </a:custGeom>
          <a:blipFill>
            <a:blip r:embed="rId2">
              <a:extLst>
                <a:ext uri="{96DAC541-7B7A-43D3-8B79-37D633B846F1}">
                  <asvg:svgBlip xmlns:asvg="http://schemas.microsoft.com/office/drawing/2016/SVG/main" r:embed="rId3"/>
                </a:ext>
              </a:extLst>
            </a:blip>
            <a:stretch>
              <a:fillRect l="-204564" t="-1979642" r="0" b="0"/>
            </a:stretch>
          </a:blipFill>
        </p:spPr>
      </p:sp>
      <p:grpSp>
        <p:nvGrpSpPr>
          <p:cNvPr name="Group 6" id="6"/>
          <p:cNvGrpSpPr/>
          <p:nvPr/>
        </p:nvGrpSpPr>
        <p:grpSpPr>
          <a:xfrm rot="0">
            <a:off x="17649825" y="-2693712"/>
            <a:ext cx="1456581" cy="12980712"/>
            <a:chOff x="0" y="0"/>
            <a:chExt cx="383626" cy="3418788"/>
          </a:xfrm>
        </p:grpSpPr>
        <p:sp>
          <p:nvSpPr>
            <p:cNvPr name="Freeform 7" id="7"/>
            <p:cNvSpPr/>
            <p:nvPr/>
          </p:nvSpPr>
          <p:spPr>
            <a:xfrm flipH="false" flipV="false" rot="0">
              <a:off x="0" y="0"/>
              <a:ext cx="383626" cy="3418788"/>
            </a:xfrm>
            <a:custGeom>
              <a:avLst/>
              <a:gdLst/>
              <a:ahLst/>
              <a:cxnLst/>
              <a:rect r="r" b="b" t="t" l="l"/>
              <a:pathLst>
                <a:path h="3418788" w="383626">
                  <a:moveTo>
                    <a:pt x="191813" y="0"/>
                  </a:moveTo>
                  <a:lnTo>
                    <a:pt x="191813" y="0"/>
                  </a:lnTo>
                  <a:cubicBezTo>
                    <a:pt x="242685" y="0"/>
                    <a:pt x="291474" y="20209"/>
                    <a:pt x="327446" y="56181"/>
                  </a:cubicBezTo>
                  <a:cubicBezTo>
                    <a:pt x="363417" y="92153"/>
                    <a:pt x="383626" y="140941"/>
                    <a:pt x="383626" y="191813"/>
                  </a:cubicBezTo>
                  <a:lnTo>
                    <a:pt x="383626" y="3226975"/>
                  </a:lnTo>
                  <a:cubicBezTo>
                    <a:pt x="383626" y="3277847"/>
                    <a:pt x="363417" y="3326635"/>
                    <a:pt x="327446" y="3362608"/>
                  </a:cubicBezTo>
                  <a:cubicBezTo>
                    <a:pt x="291474" y="3398579"/>
                    <a:pt x="242685" y="3418788"/>
                    <a:pt x="191813" y="3418788"/>
                  </a:cubicBezTo>
                  <a:lnTo>
                    <a:pt x="191813" y="3418788"/>
                  </a:lnTo>
                  <a:cubicBezTo>
                    <a:pt x="140941" y="3418788"/>
                    <a:pt x="92153" y="3398579"/>
                    <a:pt x="56181" y="3362608"/>
                  </a:cubicBezTo>
                  <a:cubicBezTo>
                    <a:pt x="20209" y="3326635"/>
                    <a:pt x="0" y="3277847"/>
                    <a:pt x="0" y="3226975"/>
                  </a:cubicBezTo>
                  <a:lnTo>
                    <a:pt x="0" y="191813"/>
                  </a:lnTo>
                  <a:cubicBezTo>
                    <a:pt x="0" y="140941"/>
                    <a:pt x="20209" y="92153"/>
                    <a:pt x="56181" y="56181"/>
                  </a:cubicBezTo>
                  <a:cubicBezTo>
                    <a:pt x="92153" y="20209"/>
                    <a:pt x="140941" y="0"/>
                    <a:pt x="191813" y="0"/>
                  </a:cubicBezTo>
                  <a:close/>
                </a:path>
              </a:pathLst>
            </a:custGeom>
            <a:solidFill>
              <a:srgbClr val="00192A"/>
            </a:solidFill>
          </p:spPr>
        </p:sp>
        <p:sp>
          <p:nvSpPr>
            <p:cNvPr name="TextBox 8" id="8"/>
            <p:cNvSpPr txBox="true"/>
            <p:nvPr/>
          </p:nvSpPr>
          <p:spPr>
            <a:xfrm>
              <a:off x="0" y="-38100"/>
              <a:ext cx="383626" cy="3456888"/>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6405793" y="1028700"/>
            <a:ext cx="2960553" cy="670560"/>
            <a:chOff x="0" y="0"/>
            <a:chExt cx="779734" cy="176608"/>
          </a:xfrm>
        </p:grpSpPr>
        <p:sp>
          <p:nvSpPr>
            <p:cNvPr name="Freeform 10" id="10"/>
            <p:cNvSpPr/>
            <p:nvPr/>
          </p:nvSpPr>
          <p:spPr>
            <a:xfrm flipH="false" flipV="false" rot="0">
              <a:off x="0" y="0"/>
              <a:ext cx="779734" cy="176608"/>
            </a:xfrm>
            <a:custGeom>
              <a:avLst/>
              <a:gdLst/>
              <a:ahLst/>
              <a:cxnLst/>
              <a:rect r="r" b="b" t="t" l="l"/>
              <a:pathLst>
                <a:path h="176608" w="779734">
                  <a:moveTo>
                    <a:pt x="88304" y="0"/>
                  </a:moveTo>
                  <a:lnTo>
                    <a:pt x="691430" y="0"/>
                  </a:lnTo>
                  <a:cubicBezTo>
                    <a:pt x="714850" y="0"/>
                    <a:pt x="737310" y="9303"/>
                    <a:pt x="753870" y="25864"/>
                  </a:cubicBezTo>
                  <a:cubicBezTo>
                    <a:pt x="770431" y="42424"/>
                    <a:pt x="779734" y="64885"/>
                    <a:pt x="779734" y="88304"/>
                  </a:cubicBezTo>
                  <a:lnTo>
                    <a:pt x="779734" y="88304"/>
                  </a:lnTo>
                  <a:cubicBezTo>
                    <a:pt x="779734" y="137073"/>
                    <a:pt x="740199" y="176608"/>
                    <a:pt x="691430" y="176608"/>
                  </a:cubicBezTo>
                  <a:lnTo>
                    <a:pt x="88304" y="176608"/>
                  </a:lnTo>
                  <a:cubicBezTo>
                    <a:pt x="64885" y="176608"/>
                    <a:pt x="42424" y="167305"/>
                    <a:pt x="25864" y="150745"/>
                  </a:cubicBezTo>
                  <a:cubicBezTo>
                    <a:pt x="9303" y="134185"/>
                    <a:pt x="0" y="111724"/>
                    <a:pt x="0" y="88304"/>
                  </a:cubicBezTo>
                  <a:lnTo>
                    <a:pt x="0" y="88304"/>
                  </a:lnTo>
                  <a:cubicBezTo>
                    <a:pt x="0" y="64885"/>
                    <a:pt x="9303" y="42424"/>
                    <a:pt x="25864" y="25864"/>
                  </a:cubicBezTo>
                  <a:cubicBezTo>
                    <a:pt x="42424" y="9303"/>
                    <a:pt x="64885" y="0"/>
                    <a:pt x="88304" y="0"/>
                  </a:cubicBezTo>
                  <a:close/>
                </a:path>
              </a:pathLst>
            </a:custGeom>
            <a:solidFill>
              <a:srgbClr val="00192A"/>
            </a:solidFill>
          </p:spPr>
        </p:sp>
        <p:sp>
          <p:nvSpPr>
            <p:cNvPr name="TextBox 11" id="11"/>
            <p:cNvSpPr txBox="true"/>
            <p:nvPr/>
          </p:nvSpPr>
          <p:spPr>
            <a:xfrm>
              <a:off x="0" y="-38100"/>
              <a:ext cx="779734" cy="214708"/>
            </a:xfrm>
            <a:prstGeom prst="rect">
              <a:avLst/>
            </a:prstGeom>
          </p:spPr>
          <p:txBody>
            <a:bodyPr anchor="ctr" rtlCol="false" tIns="50800" lIns="50800" bIns="50800" rIns="50800"/>
            <a:lstStyle/>
            <a:p>
              <a:pPr algn="ctr">
                <a:lnSpc>
                  <a:spcPts val="3079"/>
                </a:lnSpc>
                <a:spcBef>
                  <a:spcPct val="0"/>
                </a:spcBef>
              </a:pPr>
            </a:p>
          </p:txBody>
        </p:sp>
      </p:grpSp>
      <p:grpSp>
        <p:nvGrpSpPr>
          <p:cNvPr name="Group 12" id="12"/>
          <p:cNvGrpSpPr/>
          <p:nvPr/>
        </p:nvGrpSpPr>
        <p:grpSpPr>
          <a:xfrm rot="0">
            <a:off x="7063018" y="484277"/>
            <a:ext cx="8952250" cy="1358149"/>
            <a:chOff x="0" y="0"/>
            <a:chExt cx="2357794" cy="357702"/>
          </a:xfrm>
        </p:grpSpPr>
        <p:sp>
          <p:nvSpPr>
            <p:cNvPr name="Freeform 13" id="13"/>
            <p:cNvSpPr/>
            <p:nvPr/>
          </p:nvSpPr>
          <p:spPr>
            <a:xfrm flipH="false" flipV="false" rot="0">
              <a:off x="0" y="0"/>
              <a:ext cx="2357794" cy="357702"/>
            </a:xfrm>
            <a:custGeom>
              <a:avLst/>
              <a:gdLst/>
              <a:ahLst/>
              <a:cxnLst/>
              <a:rect r="r" b="b" t="t" l="l"/>
              <a:pathLst>
                <a:path h="357702" w="2357794">
                  <a:moveTo>
                    <a:pt x="44105" y="0"/>
                  </a:moveTo>
                  <a:lnTo>
                    <a:pt x="2313689" y="0"/>
                  </a:lnTo>
                  <a:cubicBezTo>
                    <a:pt x="2338048" y="0"/>
                    <a:pt x="2357794" y="19746"/>
                    <a:pt x="2357794" y="44105"/>
                  </a:cubicBezTo>
                  <a:lnTo>
                    <a:pt x="2357794" y="313597"/>
                  </a:lnTo>
                  <a:cubicBezTo>
                    <a:pt x="2357794" y="325294"/>
                    <a:pt x="2353147" y="336513"/>
                    <a:pt x="2344876" y="344784"/>
                  </a:cubicBezTo>
                  <a:cubicBezTo>
                    <a:pt x="2336605" y="353055"/>
                    <a:pt x="2325387" y="357702"/>
                    <a:pt x="2313689" y="357702"/>
                  </a:cubicBezTo>
                  <a:lnTo>
                    <a:pt x="44105" y="357702"/>
                  </a:lnTo>
                  <a:cubicBezTo>
                    <a:pt x="19746" y="357702"/>
                    <a:pt x="0" y="337955"/>
                    <a:pt x="0" y="313597"/>
                  </a:cubicBezTo>
                  <a:lnTo>
                    <a:pt x="0" y="44105"/>
                  </a:lnTo>
                  <a:cubicBezTo>
                    <a:pt x="0" y="19746"/>
                    <a:pt x="19746" y="0"/>
                    <a:pt x="44105" y="0"/>
                  </a:cubicBezTo>
                  <a:close/>
                </a:path>
              </a:pathLst>
            </a:custGeom>
            <a:solidFill>
              <a:srgbClr val="E7C38C"/>
            </a:solidFill>
          </p:spPr>
        </p:sp>
        <p:sp>
          <p:nvSpPr>
            <p:cNvPr name="TextBox 14" id="14"/>
            <p:cNvSpPr txBox="true"/>
            <p:nvPr/>
          </p:nvSpPr>
          <p:spPr>
            <a:xfrm>
              <a:off x="0" y="-38100"/>
              <a:ext cx="2357794" cy="395802"/>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777312" y="1994826"/>
            <a:ext cx="4039596" cy="2116994"/>
          </a:xfrm>
          <a:prstGeom prst="rect">
            <a:avLst/>
          </a:prstGeom>
        </p:spPr>
        <p:txBody>
          <a:bodyPr anchor="t" rtlCol="false" tIns="0" lIns="0" bIns="0" rIns="0">
            <a:spAutoFit/>
          </a:bodyPr>
          <a:lstStyle/>
          <a:p>
            <a:pPr algn="l">
              <a:lnSpc>
                <a:spcPts val="8146"/>
              </a:lnSpc>
            </a:pPr>
            <a:r>
              <a:rPr lang="en-US" sz="8146" spc="-407" b="true">
                <a:solidFill>
                  <a:srgbClr val="00192A"/>
                </a:solidFill>
                <a:latin typeface="Garet Ultra-Bold"/>
                <a:ea typeface="Garet Ultra-Bold"/>
                <a:cs typeface="Garet Ultra-Bold"/>
                <a:sym typeface="Garet Ultra-Bold"/>
              </a:rPr>
              <a:t> Desain OOP</a:t>
            </a:r>
          </a:p>
        </p:txBody>
      </p:sp>
      <p:sp>
        <p:nvSpPr>
          <p:cNvPr name="TextBox 16" id="16"/>
          <p:cNvSpPr txBox="true"/>
          <p:nvPr/>
        </p:nvSpPr>
        <p:spPr>
          <a:xfrm rot="0">
            <a:off x="16405793" y="1146810"/>
            <a:ext cx="853507" cy="491490"/>
          </a:xfrm>
          <a:prstGeom prst="rect">
            <a:avLst/>
          </a:prstGeom>
        </p:spPr>
        <p:txBody>
          <a:bodyPr anchor="t" rtlCol="false" tIns="0" lIns="0" bIns="0" rIns="0">
            <a:spAutoFit/>
          </a:bodyPr>
          <a:lstStyle/>
          <a:p>
            <a:pPr algn="r">
              <a:lnSpc>
                <a:spcPts val="3600"/>
              </a:lnSpc>
            </a:pPr>
            <a:r>
              <a:rPr lang="en-US" b="true" sz="3600" spc="-144">
                <a:solidFill>
                  <a:srgbClr val="FFFFFF"/>
                </a:solidFill>
                <a:latin typeface="Inter Bold"/>
                <a:ea typeface="Inter Bold"/>
                <a:cs typeface="Inter Bold"/>
                <a:sym typeface="Inter Bold"/>
              </a:rPr>
              <a:t>06</a:t>
            </a:r>
          </a:p>
        </p:txBody>
      </p:sp>
      <p:grpSp>
        <p:nvGrpSpPr>
          <p:cNvPr name="Group 17" id="17"/>
          <p:cNvGrpSpPr/>
          <p:nvPr/>
        </p:nvGrpSpPr>
        <p:grpSpPr>
          <a:xfrm rot="0">
            <a:off x="7063018" y="2323236"/>
            <a:ext cx="8952250" cy="1358149"/>
            <a:chOff x="0" y="0"/>
            <a:chExt cx="2357794" cy="357702"/>
          </a:xfrm>
        </p:grpSpPr>
        <p:sp>
          <p:nvSpPr>
            <p:cNvPr name="Freeform 18" id="18"/>
            <p:cNvSpPr/>
            <p:nvPr/>
          </p:nvSpPr>
          <p:spPr>
            <a:xfrm flipH="false" flipV="false" rot="0">
              <a:off x="0" y="0"/>
              <a:ext cx="2357794" cy="357702"/>
            </a:xfrm>
            <a:custGeom>
              <a:avLst/>
              <a:gdLst/>
              <a:ahLst/>
              <a:cxnLst/>
              <a:rect r="r" b="b" t="t" l="l"/>
              <a:pathLst>
                <a:path h="357702" w="2357794">
                  <a:moveTo>
                    <a:pt x="44105" y="0"/>
                  </a:moveTo>
                  <a:lnTo>
                    <a:pt x="2313689" y="0"/>
                  </a:lnTo>
                  <a:cubicBezTo>
                    <a:pt x="2338048" y="0"/>
                    <a:pt x="2357794" y="19746"/>
                    <a:pt x="2357794" y="44105"/>
                  </a:cubicBezTo>
                  <a:lnTo>
                    <a:pt x="2357794" y="313597"/>
                  </a:lnTo>
                  <a:cubicBezTo>
                    <a:pt x="2357794" y="325294"/>
                    <a:pt x="2353147" y="336513"/>
                    <a:pt x="2344876" y="344784"/>
                  </a:cubicBezTo>
                  <a:cubicBezTo>
                    <a:pt x="2336605" y="353055"/>
                    <a:pt x="2325387" y="357702"/>
                    <a:pt x="2313689" y="357702"/>
                  </a:cubicBezTo>
                  <a:lnTo>
                    <a:pt x="44105" y="357702"/>
                  </a:lnTo>
                  <a:cubicBezTo>
                    <a:pt x="19746" y="357702"/>
                    <a:pt x="0" y="337955"/>
                    <a:pt x="0" y="313597"/>
                  </a:cubicBezTo>
                  <a:lnTo>
                    <a:pt x="0" y="44105"/>
                  </a:lnTo>
                  <a:cubicBezTo>
                    <a:pt x="0" y="19746"/>
                    <a:pt x="19746" y="0"/>
                    <a:pt x="44105" y="0"/>
                  </a:cubicBezTo>
                  <a:close/>
                </a:path>
              </a:pathLst>
            </a:custGeom>
            <a:solidFill>
              <a:srgbClr val="E7C38C"/>
            </a:solidFill>
          </p:spPr>
        </p:sp>
        <p:sp>
          <p:nvSpPr>
            <p:cNvPr name="TextBox 19" id="19"/>
            <p:cNvSpPr txBox="true"/>
            <p:nvPr/>
          </p:nvSpPr>
          <p:spPr>
            <a:xfrm>
              <a:off x="0" y="-38100"/>
              <a:ext cx="2357794" cy="395802"/>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7063018" y="4162196"/>
            <a:ext cx="8952250" cy="1358149"/>
            <a:chOff x="0" y="0"/>
            <a:chExt cx="2357794" cy="357702"/>
          </a:xfrm>
        </p:grpSpPr>
        <p:sp>
          <p:nvSpPr>
            <p:cNvPr name="Freeform 21" id="21"/>
            <p:cNvSpPr/>
            <p:nvPr/>
          </p:nvSpPr>
          <p:spPr>
            <a:xfrm flipH="false" flipV="false" rot="0">
              <a:off x="0" y="0"/>
              <a:ext cx="2357794" cy="357702"/>
            </a:xfrm>
            <a:custGeom>
              <a:avLst/>
              <a:gdLst/>
              <a:ahLst/>
              <a:cxnLst/>
              <a:rect r="r" b="b" t="t" l="l"/>
              <a:pathLst>
                <a:path h="357702" w="2357794">
                  <a:moveTo>
                    <a:pt x="44105" y="0"/>
                  </a:moveTo>
                  <a:lnTo>
                    <a:pt x="2313689" y="0"/>
                  </a:lnTo>
                  <a:cubicBezTo>
                    <a:pt x="2338048" y="0"/>
                    <a:pt x="2357794" y="19746"/>
                    <a:pt x="2357794" y="44105"/>
                  </a:cubicBezTo>
                  <a:lnTo>
                    <a:pt x="2357794" y="313597"/>
                  </a:lnTo>
                  <a:cubicBezTo>
                    <a:pt x="2357794" y="325294"/>
                    <a:pt x="2353147" y="336513"/>
                    <a:pt x="2344876" y="344784"/>
                  </a:cubicBezTo>
                  <a:cubicBezTo>
                    <a:pt x="2336605" y="353055"/>
                    <a:pt x="2325387" y="357702"/>
                    <a:pt x="2313689" y="357702"/>
                  </a:cubicBezTo>
                  <a:lnTo>
                    <a:pt x="44105" y="357702"/>
                  </a:lnTo>
                  <a:cubicBezTo>
                    <a:pt x="19746" y="357702"/>
                    <a:pt x="0" y="337955"/>
                    <a:pt x="0" y="313597"/>
                  </a:cubicBezTo>
                  <a:lnTo>
                    <a:pt x="0" y="44105"/>
                  </a:lnTo>
                  <a:cubicBezTo>
                    <a:pt x="0" y="19746"/>
                    <a:pt x="19746" y="0"/>
                    <a:pt x="44105" y="0"/>
                  </a:cubicBezTo>
                  <a:close/>
                </a:path>
              </a:pathLst>
            </a:custGeom>
            <a:solidFill>
              <a:srgbClr val="E7C38C"/>
            </a:solidFill>
          </p:spPr>
        </p:sp>
        <p:sp>
          <p:nvSpPr>
            <p:cNvPr name="TextBox 22" id="22"/>
            <p:cNvSpPr txBox="true"/>
            <p:nvPr/>
          </p:nvSpPr>
          <p:spPr>
            <a:xfrm>
              <a:off x="0" y="-38100"/>
              <a:ext cx="2357794" cy="395802"/>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7063018" y="5750862"/>
            <a:ext cx="8952250" cy="1358149"/>
            <a:chOff x="0" y="0"/>
            <a:chExt cx="2357794" cy="357702"/>
          </a:xfrm>
        </p:grpSpPr>
        <p:sp>
          <p:nvSpPr>
            <p:cNvPr name="Freeform 24" id="24"/>
            <p:cNvSpPr/>
            <p:nvPr/>
          </p:nvSpPr>
          <p:spPr>
            <a:xfrm flipH="false" flipV="false" rot="0">
              <a:off x="0" y="0"/>
              <a:ext cx="2357794" cy="357702"/>
            </a:xfrm>
            <a:custGeom>
              <a:avLst/>
              <a:gdLst/>
              <a:ahLst/>
              <a:cxnLst/>
              <a:rect r="r" b="b" t="t" l="l"/>
              <a:pathLst>
                <a:path h="357702" w="2357794">
                  <a:moveTo>
                    <a:pt x="44105" y="0"/>
                  </a:moveTo>
                  <a:lnTo>
                    <a:pt x="2313689" y="0"/>
                  </a:lnTo>
                  <a:cubicBezTo>
                    <a:pt x="2338048" y="0"/>
                    <a:pt x="2357794" y="19746"/>
                    <a:pt x="2357794" y="44105"/>
                  </a:cubicBezTo>
                  <a:lnTo>
                    <a:pt x="2357794" y="313597"/>
                  </a:lnTo>
                  <a:cubicBezTo>
                    <a:pt x="2357794" y="325294"/>
                    <a:pt x="2353147" y="336513"/>
                    <a:pt x="2344876" y="344784"/>
                  </a:cubicBezTo>
                  <a:cubicBezTo>
                    <a:pt x="2336605" y="353055"/>
                    <a:pt x="2325387" y="357702"/>
                    <a:pt x="2313689" y="357702"/>
                  </a:cubicBezTo>
                  <a:lnTo>
                    <a:pt x="44105" y="357702"/>
                  </a:lnTo>
                  <a:cubicBezTo>
                    <a:pt x="19746" y="357702"/>
                    <a:pt x="0" y="337955"/>
                    <a:pt x="0" y="313597"/>
                  </a:cubicBezTo>
                  <a:lnTo>
                    <a:pt x="0" y="44105"/>
                  </a:lnTo>
                  <a:cubicBezTo>
                    <a:pt x="0" y="19746"/>
                    <a:pt x="19746" y="0"/>
                    <a:pt x="44105" y="0"/>
                  </a:cubicBezTo>
                  <a:close/>
                </a:path>
              </a:pathLst>
            </a:custGeom>
            <a:solidFill>
              <a:srgbClr val="E7C38C"/>
            </a:solidFill>
          </p:spPr>
        </p:sp>
        <p:sp>
          <p:nvSpPr>
            <p:cNvPr name="TextBox 25" id="25"/>
            <p:cNvSpPr txBox="true"/>
            <p:nvPr/>
          </p:nvSpPr>
          <p:spPr>
            <a:xfrm>
              <a:off x="0" y="-38100"/>
              <a:ext cx="2357794" cy="395802"/>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7063018" y="7585261"/>
            <a:ext cx="8952250" cy="1358149"/>
            <a:chOff x="0" y="0"/>
            <a:chExt cx="2357794" cy="357702"/>
          </a:xfrm>
        </p:grpSpPr>
        <p:sp>
          <p:nvSpPr>
            <p:cNvPr name="Freeform 27" id="27"/>
            <p:cNvSpPr/>
            <p:nvPr/>
          </p:nvSpPr>
          <p:spPr>
            <a:xfrm flipH="false" flipV="false" rot="0">
              <a:off x="0" y="0"/>
              <a:ext cx="2357794" cy="357702"/>
            </a:xfrm>
            <a:custGeom>
              <a:avLst/>
              <a:gdLst/>
              <a:ahLst/>
              <a:cxnLst/>
              <a:rect r="r" b="b" t="t" l="l"/>
              <a:pathLst>
                <a:path h="357702" w="2357794">
                  <a:moveTo>
                    <a:pt x="44105" y="0"/>
                  </a:moveTo>
                  <a:lnTo>
                    <a:pt x="2313689" y="0"/>
                  </a:lnTo>
                  <a:cubicBezTo>
                    <a:pt x="2338048" y="0"/>
                    <a:pt x="2357794" y="19746"/>
                    <a:pt x="2357794" y="44105"/>
                  </a:cubicBezTo>
                  <a:lnTo>
                    <a:pt x="2357794" y="313597"/>
                  </a:lnTo>
                  <a:cubicBezTo>
                    <a:pt x="2357794" y="325294"/>
                    <a:pt x="2353147" y="336513"/>
                    <a:pt x="2344876" y="344784"/>
                  </a:cubicBezTo>
                  <a:cubicBezTo>
                    <a:pt x="2336605" y="353055"/>
                    <a:pt x="2325387" y="357702"/>
                    <a:pt x="2313689" y="357702"/>
                  </a:cubicBezTo>
                  <a:lnTo>
                    <a:pt x="44105" y="357702"/>
                  </a:lnTo>
                  <a:cubicBezTo>
                    <a:pt x="19746" y="357702"/>
                    <a:pt x="0" y="337955"/>
                    <a:pt x="0" y="313597"/>
                  </a:cubicBezTo>
                  <a:lnTo>
                    <a:pt x="0" y="44105"/>
                  </a:lnTo>
                  <a:cubicBezTo>
                    <a:pt x="0" y="19746"/>
                    <a:pt x="19746" y="0"/>
                    <a:pt x="44105" y="0"/>
                  </a:cubicBezTo>
                  <a:close/>
                </a:path>
              </a:pathLst>
            </a:custGeom>
            <a:solidFill>
              <a:srgbClr val="E7C38C"/>
            </a:solidFill>
          </p:spPr>
        </p:sp>
        <p:sp>
          <p:nvSpPr>
            <p:cNvPr name="TextBox 28" id="28"/>
            <p:cNvSpPr txBox="true"/>
            <p:nvPr/>
          </p:nvSpPr>
          <p:spPr>
            <a:xfrm>
              <a:off x="0" y="-38100"/>
              <a:ext cx="2357794" cy="395802"/>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9144000" y="839224"/>
            <a:ext cx="5609886" cy="753030"/>
          </a:xfrm>
          <a:prstGeom prst="rect">
            <a:avLst/>
          </a:prstGeom>
        </p:spPr>
        <p:txBody>
          <a:bodyPr anchor="t" rtlCol="false" tIns="0" lIns="0" bIns="0" rIns="0">
            <a:spAutoFit/>
          </a:bodyPr>
          <a:lstStyle/>
          <a:p>
            <a:pPr algn="l">
              <a:lnSpc>
                <a:spcPts val="5646"/>
              </a:lnSpc>
            </a:pPr>
            <a:r>
              <a:rPr lang="en-US" sz="5646" spc="-282" b="true">
                <a:solidFill>
                  <a:srgbClr val="00192A"/>
                </a:solidFill>
                <a:latin typeface="Garet Ultra-Bold"/>
                <a:ea typeface="Garet Ultra-Bold"/>
                <a:cs typeface="Garet Ultra-Bold"/>
                <a:sym typeface="Garet Ultra-Bold"/>
              </a:rPr>
              <a:t>Encapsulation</a:t>
            </a:r>
          </a:p>
        </p:txBody>
      </p:sp>
      <p:sp>
        <p:nvSpPr>
          <p:cNvPr name="TextBox 30" id="30"/>
          <p:cNvSpPr txBox="true"/>
          <p:nvPr/>
        </p:nvSpPr>
        <p:spPr>
          <a:xfrm rot="0">
            <a:off x="9213569" y="2739710"/>
            <a:ext cx="4621345" cy="753030"/>
          </a:xfrm>
          <a:prstGeom prst="rect">
            <a:avLst/>
          </a:prstGeom>
        </p:spPr>
        <p:txBody>
          <a:bodyPr anchor="t" rtlCol="false" tIns="0" lIns="0" bIns="0" rIns="0">
            <a:spAutoFit/>
          </a:bodyPr>
          <a:lstStyle/>
          <a:p>
            <a:pPr algn="l">
              <a:lnSpc>
                <a:spcPts val="5646"/>
              </a:lnSpc>
            </a:pPr>
            <a:r>
              <a:rPr lang="en-US" sz="5646" spc="-282" b="true">
                <a:solidFill>
                  <a:srgbClr val="00192A"/>
                </a:solidFill>
                <a:latin typeface="Garet Ultra-Bold"/>
                <a:ea typeface="Garet Ultra-Bold"/>
                <a:cs typeface="Garet Ultra-Bold"/>
                <a:sym typeface="Garet Ultra-Bold"/>
              </a:rPr>
              <a:t>Abstraction</a:t>
            </a:r>
          </a:p>
        </p:txBody>
      </p:sp>
      <p:sp>
        <p:nvSpPr>
          <p:cNvPr name="TextBox 31" id="31"/>
          <p:cNvSpPr txBox="true"/>
          <p:nvPr/>
        </p:nvSpPr>
        <p:spPr>
          <a:xfrm rot="0">
            <a:off x="9426440" y="4517143"/>
            <a:ext cx="4621345" cy="753030"/>
          </a:xfrm>
          <a:prstGeom prst="rect">
            <a:avLst/>
          </a:prstGeom>
        </p:spPr>
        <p:txBody>
          <a:bodyPr anchor="t" rtlCol="false" tIns="0" lIns="0" bIns="0" rIns="0">
            <a:spAutoFit/>
          </a:bodyPr>
          <a:lstStyle/>
          <a:p>
            <a:pPr algn="l">
              <a:lnSpc>
                <a:spcPts val="5646"/>
              </a:lnSpc>
            </a:pPr>
            <a:r>
              <a:rPr lang="en-US" sz="5646" spc="-282" b="true">
                <a:solidFill>
                  <a:srgbClr val="00192A"/>
                </a:solidFill>
                <a:latin typeface="Garet Ultra-Bold"/>
                <a:ea typeface="Garet Ultra-Bold"/>
                <a:cs typeface="Garet Ultra-Bold"/>
                <a:sym typeface="Garet Ultra-Bold"/>
              </a:rPr>
              <a:t>Modularity</a:t>
            </a:r>
          </a:p>
        </p:txBody>
      </p:sp>
      <p:sp>
        <p:nvSpPr>
          <p:cNvPr name="TextBox 32" id="32"/>
          <p:cNvSpPr txBox="true"/>
          <p:nvPr/>
        </p:nvSpPr>
        <p:spPr>
          <a:xfrm rot="0">
            <a:off x="9426440" y="6228675"/>
            <a:ext cx="4621345" cy="753030"/>
          </a:xfrm>
          <a:prstGeom prst="rect">
            <a:avLst/>
          </a:prstGeom>
        </p:spPr>
        <p:txBody>
          <a:bodyPr anchor="t" rtlCol="false" tIns="0" lIns="0" bIns="0" rIns="0">
            <a:spAutoFit/>
          </a:bodyPr>
          <a:lstStyle/>
          <a:p>
            <a:pPr algn="l">
              <a:lnSpc>
                <a:spcPts val="5646"/>
              </a:lnSpc>
            </a:pPr>
            <a:r>
              <a:rPr lang="en-US" sz="5646" spc="-282" b="true">
                <a:solidFill>
                  <a:srgbClr val="00192A"/>
                </a:solidFill>
                <a:latin typeface="Garet Ultra-Bold"/>
                <a:ea typeface="Garet Ultra-Bold"/>
                <a:cs typeface="Garet Ultra-Bold"/>
                <a:sym typeface="Garet Ultra-Bold"/>
              </a:rPr>
              <a:t>Readibility</a:t>
            </a:r>
          </a:p>
        </p:txBody>
      </p:sp>
      <p:sp>
        <p:nvSpPr>
          <p:cNvPr name="TextBox 33" id="33"/>
          <p:cNvSpPr txBox="true"/>
          <p:nvPr/>
        </p:nvSpPr>
        <p:spPr>
          <a:xfrm rot="0">
            <a:off x="9426440" y="8004361"/>
            <a:ext cx="4621345" cy="753030"/>
          </a:xfrm>
          <a:prstGeom prst="rect">
            <a:avLst/>
          </a:prstGeom>
        </p:spPr>
        <p:txBody>
          <a:bodyPr anchor="t" rtlCol="false" tIns="0" lIns="0" bIns="0" rIns="0">
            <a:spAutoFit/>
          </a:bodyPr>
          <a:lstStyle/>
          <a:p>
            <a:pPr algn="l">
              <a:lnSpc>
                <a:spcPts val="5646"/>
              </a:lnSpc>
            </a:pPr>
            <a:r>
              <a:rPr lang="en-US" sz="5646" spc="-282" b="true">
                <a:solidFill>
                  <a:srgbClr val="00192A"/>
                </a:solidFill>
                <a:latin typeface="Garet Ultra-Bold"/>
                <a:ea typeface="Garet Ultra-Bold"/>
                <a:cs typeface="Garet Ultra-Bold"/>
                <a:sym typeface="Garet Ultra-Bold"/>
              </a:rPr>
              <a:t>Reusability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59739" y="9515475"/>
            <a:ext cx="22144166" cy="2442184"/>
            <a:chOff x="0" y="0"/>
            <a:chExt cx="5832208" cy="643209"/>
          </a:xfrm>
        </p:grpSpPr>
        <p:sp>
          <p:nvSpPr>
            <p:cNvPr name="Freeform 3" id="3"/>
            <p:cNvSpPr/>
            <p:nvPr/>
          </p:nvSpPr>
          <p:spPr>
            <a:xfrm flipH="false" flipV="false" rot="0">
              <a:off x="0" y="0"/>
              <a:ext cx="5832208" cy="643209"/>
            </a:xfrm>
            <a:custGeom>
              <a:avLst/>
              <a:gdLst/>
              <a:ahLst/>
              <a:cxnLst/>
              <a:rect r="r" b="b" t="t" l="l"/>
              <a:pathLst>
                <a:path h="643209" w="5832208">
                  <a:moveTo>
                    <a:pt x="17830" y="0"/>
                  </a:moveTo>
                  <a:lnTo>
                    <a:pt x="5814378" y="0"/>
                  </a:lnTo>
                  <a:cubicBezTo>
                    <a:pt x="5819107" y="0"/>
                    <a:pt x="5823642" y="1879"/>
                    <a:pt x="5826986" y="5222"/>
                  </a:cubicBezTo>
                  <a:cubicBezTo>
                    <a:pt x="5830330" y="8566"/>
                    <a:pt x="5832208" y="13101"/>
                    <a:pt x="5832208" y="17830"/>
                  </a:cubicBezTo>
                  <a:lnTo>
                    <a:pt x="5832208" y="625378"/>
                  </a:lnTo>
                  <a:cubicBezTo>
                    <a:pt x="5832208" y="630107"/>
                    <a:pt x="5830330" y="634643"/>
                    <a:pt x="5826986" y="637986"/>
                  </a:cubicBezTo>
                  <a:cubicBezTo>
                    <a:pt x="5823642" y="641330"/>
                    <a:pt x="5819107" y="643209"/>
                    <a:pt x="5814378" y="643209"/>
                  </a:cubicBezTo>
                  <a:lnTo>
                    <a:pt x="17830" y="643209"/>
                  </a:lnTo>
                  <a:cubicBezTo>
                    <a:pt x="13101" y="643209"/>
                    <a:pt x="8566" y="641330"/>
                    <a:pt x="5222" y="637986"/>
                  </a:cubicBezTo>
                  <a:cubicBezTo>
                    <a:pt x="1879" y="634643"/>
                    <a:pt x="0" y="630107"/>
                    <a:pt x="0" y="625378"/>
                  </a:cubicBezTo>
                  <a:lnTo>
                    <a:pt x="0" y="17830"/>
                  </a:lnTo>
                  <a:cubicBezTo>
                    <a:pt x="0" y="13101"/>
                    <a:pt x="1879" y="8566"/>
                    <a:pt x="5222" y="5222"/>
                  </a:cubicBezTo>
                  <a:cubicBezTo>
                    <a:pt x="8566" y="1879"/>
                    <a:pt x="13101" y="0"/>
                    <a:pt x="17830" y="0"/>
                  </a:cubicBezTo>
                  <a:close/>
                </a:path>
              </a:pathLst>
            </a:custGeom>
            <a:solidFill>
              <a:srgbClr val="00192A"/>
            </a:solidFill>
          </p:spPr>
        </p:sp>
        <p:sp>
          <p:nvSpPr>
            <p:cNvPr name="TextBox 4" id="4"/>
            <p:cNvSpPr txBox="true"/>
            <p:nvPr/>
          </p:nvSpPr>
          <p:spPr>
            <a:xfrm>
              <a:off x="0" y="-38100"/>
              <a:ext cx="5832208" cy="681309"/>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822938" y="-308809"/>
            <a:ext cx="9237305" cy="2675018"/>
            <a:chOff x="0" y="0"/>
            <a:chExt cx="2432870" cy="704531"/>
          </a:xfrm>
        </p:grpSpPr>
        <p:sp>
          <p:nvSpPr>
            <p:cNvPr name="Freeform 6" id="6"/>
            <p:cNvSpPr/>
            <p:nvPr/>
          </p:nvSpPr>
          <p:spPr>
            <a:xfrm flipH="false" flipV="false" rot="0">
              <a:off x="0" y="0"/>
              <a:ext cx="2432870" cy="704531"/>
            </a:xfrm>
            <a:custGeom>
              <a:avLst/>
              <a:gdLst/>
              <a:ahLst/>
              <a:cxnLst/>
              <a:rect r="r" b="b" t="t" l="l"/>
              <a:pathLst>
                <a:path h="704531" w="2432870">
                  <a:moveTo>
                    <a:pt x="42744" y="0"/>
                  </a:moveTo>
                  <a:lnTo>
                    <a:pt x="2390127" y="0"/>
                  </a:lnTo>
                  <a:cubicBezTo>
                    <a:pt x="2413733" y="0"/>
                    <a:pt x="2432870" y="19137"/>
                    <a:pt x="2432870" y="42744"/>
                  </a:cubicBezTo>
                  <a:lnTo>
                    <a:pt x="2432870" y="661788"/>
                  </a:lnTo>
                  <a:cubicBezTo>
                    <a:pt x="2432870" y="673124"/>
                    <a:pt x="2428367" y="683996"/>
                    <a:pt x="2420351" y="692012"/>
                  </a:cubicBezTo>
                  <a:cubicBezTo>
                    <a:pt x="2412335" y="700028"/>
                    <a:pt x="2401463" y="704531"/>
                    <a:pt x="2390127" y="704531"/>
                  </a:cubicBezTo>
                  <a:lnTo>
                    <a:pt x="42744" y="704531"/>
                  </a:lnTo>
                  <a:cubicBezTo>
                    <a:pt x="31407" y="704531"/>
                    <a:pt x="20535" y="700028"/>
                    <a:pt x="12519" y="692012"/>
                  </a:cubicBezTo>
                  <a:cubicBezTo>
                    <a:pt x="4503" y="683996"/>
                    <a:pt x="0" y="673124"/>
                    <a:pt x="0" y="661788"/>
                  </a:cubicBezTo>
                  <a:lnTo>
                    <a:pt x="0" y="42744"/>
                  </a:lnTo>
                  <a:cubicBezTo>
                    <a:pt x="0" y="31407"/>
                    <a:pt x="4503" y="20535"/>
                    <a:pt x="12519" y="12519"/>
                  </a:cubicBezTo>
                  <a:cubicBezTo>
                    <a:pt x="20535" y="4503"/>
                    <a:pt x="31407" y="0"/>
                    <a:pt x="42744" y="0"/>
                  </a:cubicBezTo>
                  <a:close/>
                </a:path>
              </a:pathLst>
            </a:custGeom>
            <a:solidFill>
              <a:srgbClr val="EB9515"/>
            </a:solidFill>
          </p:spPr>
        </p:sp>
        <p:sp>
          <p:nvSpPr>
            <p:cNvPr name="TextBox 7" id="7"/>
            <p:cNvSpPr txBox="true"/>
            <p:nvPr/>
          </p:nvSpPr>
          <p:spPr>
            <a:xfrm>
              <a:off x="0" y="-38100"/>
              <a:ext cx="2432870" cy="742631"/>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0499970" y="412047"/>
            <a:ext cx="6440077" cy="2096906"/>
            <a:chOff x="0" y="0"/>
            <a:chExt cx="8586769" cy="2795874"/>
          </a:xfrm>
        </p:grpSpPr>
        <p:grpSp>
          <p:nvGrpSpPr>
            <p:cNvPr name="Group 9" id="9"/>
            <p:cNvGrpSpPr/>
            <p:nvPr/>
          </p:nvGrpSpPr>
          <p:grpSpPr>
            <a:xfrm rot="0">
              <a:off x="0" y="0"/>
              <a:ext cx="8586769" cy="2795874"/>
              <a:chOff x="0" y="0"/>
              <a:chExt cx="1696152" cy="552271"/>
            </a:xfrm>
          </p:grpSpPr>
          <p:sp>
            <p:nvSpPr>
              <p:cNvPr name="Freeform 10" id="10"/>
              <p:cNvSpPr/>
              <p:nvPr/>
            </p:nvSpPr>
            <p:spPr>
              <a:xfrm flipH="false" flipV="false" rot="0">
                <a:off x="0" y="0"/>
                <a:ext cx="1696152" cy="552271"/>
              </a:xfrm>
              <a:custGeom>
                <a:avLst/>
                <a:gdLst/>
                <a:ahLst/>
                <a:cxnLst/>
                <a:rect r="r" b="b" t="t" l="l"/>
                <a:pathLst>
                  <a:path h="552271" w="1696152">
                    <a:moveTo>
                      <a:pt x="61310" y="0"/>
                    </a:moveTo>
                    <a:lnTo>
                      <a:pt x="1634842" y="0"/>
                    </a:lnTo>
                    <a:cubicBezTo>
                      <a:pt x="1668703" y="0"/>
                      <a:pt x="1696152" y="27449"/>
                      <a:pt x="1696152" y="61310"/>
                    </a:cubicBezTo>
                    <a:lnTo>
                      <a:pt x="1696152" y="490962"/>
                    </a:lnTo>
                    <a:cubicBezTo>
                      <a:pt x="1696152" y="507222"/>
                      <a:pt x="1689693" y="522817"/>
                      <a:pt x="1678195" y="534314"/>
                    </a:cubicBezTo>
                    <a:cubicBezTo>
                      <a:pt x="1666697" y="545812"/>
                      <a:pt x="1651103" y="552271"/>
                      <a:pt x="1634842" y="552271"/>
                    </a:cubicBezTo>
                    <a:lnTo>
                      <a:pt x="61310" y="552271"/>
                    </a:lnTo>
                    <a:cubicBezTo>
                      <a:pt x="45049" y="552271"/>
                      <a:pt x="29455" y="545812"/>
                      <a:pt x="17957" y="534314"/>
                    </a:cubicBezTo>
                    <a:cubicBezTo>
                      <a:pt x="6459" y="522817"/>
                      <a:pt x="0" y="507222"/>
                      <a:pt x="0" y="490962"/>
                    </a:cubicBezTo>
                    <a:lnTo>
                      <a:pt x="0" y="61310"/>
                    </a:lnTo>
                    <a:cubicBezTo>
                      <a:pt x="0" y="45049"/>
                      <a:pt x="6459" y="29455"/>
                      <a:pt x="17957" y="17957"/>
                    </a:cubicBezTo>
                    <a:cubicBezTo>
                      <a:pt x="29455" y="6459"/>
                      <a:pt x="45049" y="0"/>
                      <a:pt x="61310" y="0"/>
                    </a:cubicBezTo>
                    <a:close/>
                  </a:path>
                </a:pathLst>
              </a:custGeom>
              <a:solidFill>
                <a:srgbClr val="245F94"/>
              </a:solidFill>
            </p:spPr>
          </p:sp>
          <p:sp>
            <p:nvSpPr>
              <p:cNvPr name="TextBox 11" id="11"/>
              <p:cNvSpPr txBox="true"/>
              <p:nvPr/>
            </p:nvSpPr>
            <p:spPr>
              <a:xfrm>
                <a:off x="0" y="-38100"/>
                <a:ext cx="1696152" cy="590371"/>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665454" y="0"/>
              <a:ext cx="5255861" cy="2795874"/>
            </a:xfrm>
            <a:custGeom>
              <a:avLst/>
              <a:gdLst/>
              <a:ahLst/>
              <a:cxnLst/>
              <a:rect r="r" b="b" t="t" l="l"/>
              <a:pathLst>
                <a:path h="2795874" w="5255861">
                  <a:moveTo>
                    <a:pt x="0" y="0"/>
                  </a:moveTo>
                  <a:lnTo>
                    <a:pt x="5255861" y="0"/>
                  </a:lnTo>
                  <a:lnTo>
                    <a:pt x="5255861" y="2795874"/>
                  </a:lnTo>
                  <a:lnTo>
                    <a:pt x="0" y="2795874"/>
                  </a:lnTo>
                  <a:lnTo>
                    <a:pt x="0" y="0"/>
                  </a:lnTo>
                  <a:close/>
                </a:path>
              </a:pathLst>
            </a:custGeom>
            <a:blipFill>
              <a:blip r:embed="rId2"/>
              <a:stretch>
                <a:fillRect l="-3503" t="-28637" r="-3503" b="0"/>
              </a:stretch>
            </a:blipFill>
          </p:spPr>
        </p:sp>
      </p:grpSp>
      <p:grpSp>
        <p:nvGrpSpPr>
          <p:cNvPr name="Group 13" id="13"/>
          <p:cNvGrpSpPr/>
          <p:nvPr/>
        </p:nvGrpSpPr>
        <p:grpSpPr>
          <a:xfrm rot="0">
            <a:off x="437071" y="4022299"/>
            <a:ext cx="2495892" cy="2661786"/>
            <a:chOff x="0" y="0"/>
            <a:chExt cx="657354" cy="701047"/>
          </a:xfrm>
        </p:grpSpPr>
        <p:sp>
          <p:nvSpPr>
            <p:cNvPr name="Freeform 14" id="14"/>
            <p:cNvSpPr/>
            <p:nvPr/>
          </p:nvSpPr>
          <p:spPr>
            <a:xfrm flipH="false" flipV="false" rot="0">
              <a:off x="0" y="0"/>
              <a:ext cx="657354" cy="701047"/>
            </a:xfrm>
            <a:custGeom>
              <a:avLst/>
              <a:gdLst/>
              <a:ahLst/>
              <a:cxnLst/>
              <a:rect r="r" b="b" t="t" l="l"/>
              <a:pathLst>
                <a:path h="701047" w="657354">
                  <a:moveTo>
                    <a:pt x="158195" y="0"/>
                  </a:moveTo>
                  <a:lnTo>
                    <a:pt x="499159" y="0"/>
                  </a:lnTo>
                  <a:cubicBezTo>
                    <a:pt x="541115" y="0"/>
                    <a:pt x="581353" y="16667"/>
                    <a:pt x="611020" y="46334"/>
                  </a:cubicBezTo>
                  <a:cubicBezTo>
                    <a:pt x="640687" y="76002"/>
                    <a:pt x="657354" y="116239"/>
                    <a:pt x="657354" y="158195"/>
                  </a:cubicBezTo>
                  <a:lnTo>
                    <a:pt x="657354" y="542851"/>
                  </a:lnTo>
                  <a:cubicBezTo>
                    <a:pt x="657354" y="584807"/>
                    <a:pt x="640687" y="625045"/>
                    <a:pt x="611020" y="654712"/>
                  </a:cubicBezTo>
                  <a:cubicBezTo>
                    <a:pt x="581353" y="684380"/>
                    <a:pt x="541115" y="701047"/>
                    <a:pt x="499159" y="701047"/>
                  </a:cubicBezTo>
                  <a:lnTo>
                    <a:pt x="158195" y="701047"/>
                  </a:lnTo>
                  <a:cubicBezTo>
                    <a:pt x="116239" y="701047"/>
                    <a:pt x="76002" y="684380"/>
                    <a:pt x="46334" y="654712"/>
                  </a:cubicBezTo>
                  <a:cubicBezTo>
                    <a:pt x="16667" y="625045"/>
                    <a:pt x="0" y="584807"/>
                    <a:pt x="0" y="542851"/>
                  </a:cubicBezTo>
                  <a:lnTo>
                    <a:pt x="0" y="158195"/>
                  </a:lnTo>
                  <a:cubicBezTo>
                    <a:pt x="0" y="116239"/>
                    <a:pt x="16667" y="76002"/>
                    <a:pt x="46334" y="46334"/>
                  </a:cubicBezTo>
                  <a:cubicBezTo>
                    <a:pt x="76002" y="16667"/>
                    <a:pt x="116239" y="0"/>
                    <a:pt x="158195" y="0"/>
                  </a:cubicBezTo>
                  <a:close/>
                </a:path>
              </a:pathLst>
            </a:custGeom>
            <a:solidFill>
              <a:srgbClr val="E7C38C"/>
            </a:solidFill>
          </p:spPr>
        </p:sp>
        <p:sp>
          <p:nvSpPr>
            <p:cNvPr name="TextBox 15" id="15"/>
            <p:cNvSpPr txBox="true"/>
            <p:nvPr/>
          </p:nvSpPr>
          <p:spPr>
            <a:xfrm>
              <a:off x="0" y="-28575"/>
              <a:ext cx="657354" cy="729622"/>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3795715" y="3990801"/>
            <a:ext cx="2252515" cy="2661786"/>
            <a:chOff x="0" y="0"/>
            <a:chExt cx="593255" cy="701047"/>
          </a:xfrm>
        </p:grpSpPr>
        <p:sp>
          <p:nvSpPr>
            <p:cNvPr name="Freeform 17" id="17"/>
            <p:cNvSpPr/>
            <p:nvPr/>
          </p:nvSpPr>
          <p:spPr>
            <a:xfrm flipH="false" flipV="false" rot="0">
              <a:off x="0" y="0"/>
              <a:ext cx="593255" cy="701047"/>
            </a:xfrm>
            <a:custGeom>
              <a:avLst/>
              <a:gdLst/>
              <a:ahLst/>
              <a:cxnLst/>
              <a:rect r="r" b="b" t="t" l="l"/>
              <a:pathLst>
                <a:path h="701047" w="593255">
                  <a:moveTo>
                    <a:pt x="175288" y="0"/>
                  </a:moveTo>
                  <a:lnTo>
                    <a:pt x="417967" y="0"/>
                  </a:lnTo>
                  <a:cubicBezTo>
                    <a:pt x="514776" y="0"/>
                    <a:pt x="593255" y="78479"/>
                    <a:pt x="593255" y="175288"/>
                  </a:cubicBezTo>
                  <a:lnTo>
                    <a:pt x="593255" y="525759"/>
                  </a:lnTo>
                  <a:cubicBezTo>
                    <a:pt x="593255" y="572248"/>
                    <a:pt x="574787" y="616833"/>
                    <a:pt x="541914" y="649706"/>
                  </a:cubicBezTo>
                  <a:cubicBezTo>
                    <a:pt x="509042" y="682579"/>
                    <a:pt x="464456" y="701047"/>
                    <a:pt x="417967" y="701047"/>
                  </a:cubicBezTo>
                  <a:lnTo>
                    <a:pt x="175288" y="701047"/>
                  </a:lnTo>
                  <a:cubicBezTo>
                    <a:pt x="78479" y="701047"/>
                    <a:pt x="0" y="622568"/>
                    <a:pt x="0" y="525759"/>
                  </a:cubicBezTo>
                  <a:lnTo>
                    <a:pt x="0" y="175288"/>
                  </a:lnTo>
                  <a:cubicBezTo>
                    <a:pt x="0" y="128798"/>
                    <a:pt x="18468" y="84213"/>
                    <a:pt x="51341" y="51341"/>
                  </a:cubicBezTo>
                  <a:cubicBezTo>
                    <a:pt x="84213" y="18468"/>
                    <a:pt x="128798" y="0"/>
                    <a:pt x="175288" y="0"/>
                  </a:cubicBezTo>
                  <a:close/>
                </a:path>
              </a:pathLst>
            </a:custGeom>
            <a:solidFill>
              <a:srgbClr val="E7C38C"/>
            </a:solidFill>
          </p:spPr>
        </p:sp>
        <p:sp>
          <p:nvSpPr>
            <p:cNvPr name="TextBox 18" id="18"/>
            <p:cNvSpPr txBox="true"/>
            <p:nvPr/>
          </p:nvSpPr>
          <p:spPr>
            <a:xfrm>
              <a:off x="0" y="-28575"/>
              <a:ext cx="593255" cy="729622"/>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6981680" y="3990801"/>
            <a:ext cx="2614922" cy="2661786"/>
            <a:chOff x="0" y="0"/>
            <a:chExt cx="688704" cy="701047"/>
          </a:xfrm>
        </p:grpSpPr>
        <p:sp>
          <p:nvSpPr>
            <p:cNvPr name="Freeform 20" id="20"/>
            <p:cNvSpPr/>
            <p:nvPr/>
          </p:nvSpPr>
          <p:spPr>
            <a:xfrm flipH="false" flipV="false" rot="0">
              <a:off x="0" y="0"/>
              <a:ext cx="688704" cy="701047"/>
            </a:xfrm>
            <a:custGeom>
              <a:avLst/>
              <a:gdLst/>
              <a:ahLst/>
              <a:cxnLst/>
              <a:rect r="r" b="b" t="t" l="l"/>
              <a:pathLst>
                <a:path h="701047" w="688704">
                  <a:moveTo>
                    <a:pt x="150994" y="0"/>
                  </a:moveTo>
                  <a:lnTo>
                    <a:pt x="537710" y="0"/>
                  </a:lnTo>
                  <a:cubicBezTo>
                    <a:pt x="621101" y="0"/>
                    <a:pt x="688704" y="67602"/>
                    <a:pt x="688704" y="150994"/>
                  </a:cubicBezTo>
                  <a:lnTo>
                    <a:pt x="688704" y="550052"/>
                  </a:lnTo>
                  <a:cubicBezTo>
                    <a:pt x="688704" y="590099"/>
                    <a:pt x="672796" y="628505"/>
                    <a:pt x="644479" y="656821"/>
                  </a:cubicBezTo>
                  <a:cubicBezTo>
                    <a:pt x="616162" y="685138"/>
                    <a:pt x="577756" y="701047"/>
                    <a:pt x="537710" y="701047"/>
                  </a:cubicBezTo>
                  <a:lnTo>
                    <a:pt x="150994" y="701047"/>
                  </a:lnTo>
                  <a:cubicBezTo>
                    <a:pt x="110948" y="701047"/>
                    <a:pt x="72542" y="685138"/>
                    <a:pt x="44225" y="656821"/>
                  </a:cubicBezTo>
                  <a:cubicBezTo>
                    <a:pt x="15908" y="628505"/>
                    <a:pt x="0" y="590099"/>
                    <a:pt x="0" y="550052"/>
                  </a:cubicBezTo>
                  <a:lnTo>
                    <a:pt x="0" y="150994"/>
                  </a:lnTo>
                  <a:cubicBezTo>
                    <a:pt x="0" y="110948"/>
                    <a:pt x="15908" y="72542"/>
                    <a:pt x="44225" y="44225"/>
                  </a:cubicBezTo>
                  <a:cubicBezTo>
                    <a:pt x="72542" y="15908"/>
                    <a:pt x="110948" y="0"/>
                    <a:pt x="150994" y="0"/>
                  </a:cubicBezTo>
                  <a:close/>
                </a:path>
              </a:pathLst>
            </a:custGeom>
            <a:solidFill>
              <a:srgbClr val="E7C38C"/>
            </a:solidFill>
          </p:spPr>
        </p:sp>
        <p:sp>
          <p:nvSpPr>
            <p:cNvPr name="TextBox 21" id="21"/>
            <p:cNvSpPr txBox="true"/>
            <p:nvPr/>
          </p:nvSpPr>
          <p:spPr>
            <a:xfrm>
              <a:off x="0" y="-28575"/>
              <a:ext cx="688704" cy="729622"/>
            </a:xfrm>
            <a:prstGeom prst="rect">
              <a:avLst/>
            </a:prstGeom>
          </p:spPr>
          <p:txBody>
            <a:bodyPr anchor="ctr" rtlCol="false" tIns="50800" lIns="50800" bIns="50800" rIns="50800"/>
            <a:lstStyle/>
            <a:p>
              <a:pPr algn="ctr">
                <a:lnSpc>
                  <a:spcPts val="1400"/>
                </a:lnSpc>
              </a:pPr>
            </a:p>
          </p:txBody>
        </p:sp>
      </p:grpSp>
      <p:grpSp>
        <p:nvGrpSpPr>
          <p:cNvPr name="Group 22" id="22"/>
          <p:cNvGrpSpPr/>
          <p:nvPr/>
        </p:nvGrpSpPr>
        <p:grpSpPr>
          <a:xfrm rot="0">
            <a:off x="10162557" y="3013915"/>
            <a:ext cx="3902695" cy="1717113"/>
            <a:chOff x="0" y="0"/>
            <a:chExt cx="1027870" cy="452244"/>
          </a:xfrm>
        </p:grpSpPr>
        <p:sp>
          <p:nvSpPr>
            <p:cNvPr name="Freeform 23" id="23"/>
            <p:cNvSpPr/>
            <p:nvPr/>
          </p:nvSpPr>
          <p:spPr>
            <a:xfrm flipH="false" flipV="false" rot="0">
              <a:off x="0" y="0"/>
              <a:ext cx="1027870" cy="452244"/>
            </a:xfrm>
            <a:custGeom>
              <a:avLst/>
              <a:gdLst/>
              <a:ahLst/>
              <a:cxnLst/>
              <a:rect r="r" b="b" t="t" l="l"/>
              <a:pathLst>
                <a:path h="452244" w="1027870">
                  <a:moveTo>
                    <a:pt x="101171" y="0"/>
                  </a:moveTo>
                  <a:lnTo>
                    <a:pt x="926700" y="0"/>
                  </a:lnTo>
                  <a:cubicBezTo>
                    <a:pt x="982575" y="0"/>
                    <a:pt x="1027870" y="45296"/>
                    <a:pt x="1027870" y="101171"/>
                  </a:cubicBezTo>
                  <a:lnTo>
                    <a:pt x="1027870" y="351073"/>
                  </a:lnTo>
                  <a:cubicBezTo>
                    <a:pt x="1027870" y="377905"/>
                    <a:pt x="1017211" y="403639"/>
                    <a:pt x="998238" y="422612"/>
                  </a:cubicBezTo>
                  <a:cubicBezTo>
                    <a:pt x="979265" y="441585"/>
                    <a:pt x="953532" y="452244"/>
                    <a:pt x="926700" y="452244"/>
                  </a:cubicBezTo>
                  <a:lnTo>
                    <a:pt x="101171" y="452244"/>
                  </a:lnTo>
                  <a:cubicBezTo>
                    <a:pt x="74338" y="452244"/>
                    <a:pt x="48605" y="441585"/>
                    <a:pt x="29632" y="422612"/>
                  </a:cubicBezTo>
                  <a:cubicBezTo>
                    <a:pt x="10659" y="403639"/>
                    <a:pt x="0" y="377905"/>
                    <a:pt x="0" y="351073"/>
                  </a:cubicBezTo>
                  <a:lnTo>
                    <a:pt x="0" y="101171"/>
                  </a:lnTo>
                  <a:cubicBezTo>
                    <a:pt x="0" y="74338"/>
                    <a:pt x="10659" y="48605"/>
                    <a:pt x="29632" y="29632"/>
                  </a:cubicBezTo>
                  <a:cubicBezTo>
                    <a:pt x="48605" y="10659"/>
                    <a:pt x="74338" y="0"/>
                    <a:pt x="101171" y="0"/>
                  </a:cubicBezTo>
                  <a:close/>
                </a:path>
              </a:pathLst>
            </a:custGeom>
            <a:solidFill>
              <a:srgbClr val="E7C38C"/>
            </a:solidFill>
          </p:spPr>
        </p:sp>
        <p:sp>
          <p:nvSpPr>
            <p:cNvPr name="TextBox 24" id="24"/>
            <p:cNvSpPr txBox="true"/>
            <p:nvPr/>
          </p:nvSpPr>
          <p:spPr>
            <a:xfrm>
              <a:off x="0" y="-28575"/>
              <a:ext cx="1027870" cy="480819"/>
            </a:xfrm>
            <a:prstGeom prst="rect">
              <a:avLst/>
            </a:prstGeom>
          </p:spPr>
          <p:txBody>
            <a:bodyPr anchor="ctr" rtlCol="false" tIns="50800" lIns="50800" bIns="50800" rIns="50800"/>
            <a:lstStyle/>
            <a:p>
              <a:pPr algn="ctr">
                <a:lnSpc>
                  <a:spcPts val="1400"/>
                </a:lnSpc>
              </a:pPr>
            </a:p>
          </p:txBody>
        </p:sp>
      </p:grpSp>
      <p:grpSp>
        <p:nvGrpSpPr>
          <p:cNvPr name="Group 25" id="25"/>
          <p:cNvGrpSpPr/>
          <p:nvPr/>
        </p:nvGrpSpPr>
        <p:grpSpPr>
          <a:xfrm rot="0">
            <a:off x="10155804" y="5999498"/>
            <a:ext cx="3902695" cy="1717113"/>
            <a:chOff x="0" y="0"/>
            <a:chExt cx="1027870" cy="452244"/>
          </a:xfrm>
        </p:grpSpPr>
        <p:sp>
          <p:nvSpPr>
            <p:cNvPr name="Freeform 26" id="26"/>
            <p:cNvSpPr/>
            <p:nvPr/>
          </p:nvSpPr>
          <p:spPr>
            <a:xfrm flipH="false" flipV="false" rot="0">
              <a:off x="0" y="0"/>
              <a:ext cx="1027870" cy="452244"/>
            </a:xfrm>
            <a:custGeom>
              <a:avLst/>
              <a:gdLst/>
              <a:ahLst/>
              <a:cxnLst/>
              <a:rect r="r" b="b" t="t" l="l"/>
              <a:pathLst>
                <a:path h="452244" w="1027870">
                  <a:moveTo>
                    <a:pt x="101171" y="0"/>
                  </a:moveTo>
                  <a:lnTo>
                    <a:pt x="926700" y="0"/>
                  </a:lnTo>
                  <a:cubicBezTo>
                    <a:pt x="982575" y="0"/>
                    <a:pt x="1027870" y="45296"/>
                    <a:pt x="1027870" y="101171"/>
                  </a:cubicBezTo>
                  <a:lnTo>
                    <a:pt x="1027870" y="351073"/>
                  </a:lnTo>
                  <a:cubicBezTo>
                    <a:pt x="1027870" y="377905"/>
                    <a:pt x="1017211" y="403639"/>
                    <a:pt x="998238" y="422612"/>
                  </a:cubicBezTo>
                  <a:cubicBezTo>
                    <a:pt x="979265" y="441585"/>
                    <a:pt x="953532" y="452244"/>
                    <a:pt x="926700" y="452244"/>
                  </a:cubicBezTo>
                  <a:lnTo>
                    <a:pt x="101171" y="452244"/>
                  </a:lnTo>
                  <a:cubicBezTo>
                    <a:pt x="74338" y="452244"/>
                    <a:pt x="48605" y="441585"/>
                    <a:pt x="29632" y="422612"/>
                  </a:cubicBezTo>
                  <a:cubicBezTo>
                    <a:pt x="10659" y="403639"/>
                    <a:pt x="0" y="377905"/>
                    <a:pt x="0" y="351073"/>
                  </a:cubicBezTo>
                  <a:lnTo>
                    <a:pt x="0" y="101171"/>
                  </a:lnTo>
                  <a:cubicBezTo>
                    <a:pt x="0" y="74338"/>
                    <a:pt x="10659" y="48605"/>
                    <a:pt x="29632" y="29632"/>
                  </a:cubicBezTo>
                  <a:cubicBezTo>
                    <a:pt x="48605" y="10659"/>
                    <a:pt x="74338" y="0"/>
                    <a:pt x="101171" y="0"/>
                  </a:cubicBezTo>
                  <a:close/>
                </a:path>
              </a:pathLst>
            </a:custGeom>
            <a:solidFill>
              <a:srgbClr val="E7C38C"/>
            </a:solidFill>
          </p:spPr>
        </p:sp>
        <p:sp>
          <p:nvSpPr>
            <p:cNvPr name="TextBox 27" id="27"/>
            <p:cNvSpPr txBox="true"/>
            <p:nvPr/>
          </p:nvSpPr>
          <p:spPr>
            <a:xfrm>
              <a:off x="0" y="-28575"/>
              <a:ext cx="1027870" cy="480819"/>
            </a:xfrm>
            <a:prstGeom prst="rect">
              <a:avLst/>
            </a:prstGeom>
          </p:spPr>
          <p:txBody>
            <a:bodyPr anchor="ctr" rtlCol="false" tIns="50800" lIns="50800" bIns="50800" rIns="50800"/>
            <a:lstStyle/>
            <a:p>
              <a:pPr algn="ctr">
                <a:lnSpc>
                  <a:spcPts val="1400"/>
                </a:lnSpc>
              </a:pPr>
            </a:p>
          </p:txBody>
        </p:sp>
      </p:grpSp>
      <p:grpSp>
        <p:nvGrpSpPr>
          <p:cNvPr name="Group 28" id="28"/>
          <p:cNvGrpSpPr/>
          <p:nvPr/>
        </p:nvGrpSpPr>
        <p:grpSpPr>
          <a:xfrm rot="0">
            <a:off x="14446252" y="4100990"/>
            <a:ext cx="3549645" cy="2968329"/>
            <a:chOff x="0" y="0"/>
            <a:chExt cx="934886" cy="781782"/>
          </a:xfrm>
        </p:grpSpPr>
        <p:sp>
          <p:nvSpPr>
            <p:cNvPr name="Freeform 29" id="29"/>
            <p:cNvSpPr/>
            <p:nvPr/>
          </p:nvSpPr>
          <p:spPr>
            <a:xfrm flipH="false" flipV="false" rot="0">
              <a:off x="0" y="0"/>
              <a:ext cx="934886" cy="781782"/>
            </a:xfrm>
            <a:custGeom>
              <a:avLst/>
              <a:gdLst/>
              <a:ahLst/>
              <a:cxnLst/>
              <a:rect r="r" b="b" t="t" l="l"/>
              <a:pathLst>
                <a:path h="781782" w="934886">
                  <a:moveTo>
                    <a:pt x="111233" y="0"/>
                  </a:moveTo>
                  <a:lnTo>
                    <a:pt x="823653" y="0"/>
                  </a:lnTo>
                  <a:cubicBezTo>
                    <a:pt x="853154" y="0"/>
                    <a:pt x="881446" y="11719"/>
                    <a:pt x="902307" y="32579"/>
                  </a:cubicBezTo>
                  <a:cubicBezTo>
                    <a:pt x="923167" y="53440"/>
                    <a:pt x="934886" y="81732"/>
                    <a:pt x="934886" y="111233"/>
                  </a:cubicBezTo>
                  <a:lnTo>
                    <a:pt x="934886" y="670549"/>
                  </a:lnTo>
                  <a:cubicBezTo>
                    <a:pt x="934886" y="731981"/>
                    <a:pt x="885085" y="781782"/>
                    <a:pt x="823653" y="781782"/>
                  </a:cubicBezTo>
                  <a:lnTo>
                    <a:pt x="111233" y="781782"/>
                  </a:lnTo>
                  <a:cubicBezTo>
                    <a:pt x="49801" y="781782"/>
                    <a:pt x="0" y="731981"/>
                    <a:pt x="0" y="670549"/>
                  </a:cubicBezTo>
                  <a:lnTo>
                    <a:pt x="0" y="111233"/>
                  </a:lnTo>
                  <a:cubicBezTo>
                    <a:pt x="0" y="49801"/>
                    <a:pt x="49801" y="0"/>
                    <a:pt x="111233" y="0"/>
                  </a:cubicBezTo>
                  <a:close/>
                </a:path>
              </a:pathLst>
            </a:custGeom>
            <a:solidFill>
              <a:srgbClr val="E7C38C"/>
            </a:solidFill>
          </p:spPr>
        </p:sp>
        <p:sp>
          <p:nvSpPr>
            <p:cNvPr name="TextBox 30" id="30"/>
            <p:cNvSpPr txBox="true"/>
            <p:nvPr/>
          </p:nvSpPr>
          <p:spPr>
            <a:xfrm>
              <a:off x="0" y="-28575"/>
              <a:ext cx="934886" cy="810357"/>
            </a:xfrm>
            <a:prstGeom prst="rect">
              <a:avLst/>
            </a:prstGeom>
          </p:spPr>
          <p:txBody>
            <a:bodyPr anchor="ctr" rtlCol="false" tIns="50800" lIns="50800" bIns="50800" rIns="50800"/>
            <a:lstStyle/>
            <a:p>
              <a:pPr algn="ctr">
                <a:lnSpc>
                  <a:spcPts val="1400"/>
                </a:lnSpc>
              </a:pPr>
            </a:p>
          </p:txBody>
        </p:sp>
      </p:grpSp>
      <p:grpSp>
        <p:nvGrpSpPr>
          <p:cNvPr name="Group 31" id="31"/>
          <p:cNvGrpSpPr/>
          <p:nvPr/>
        </p:nvGrpSpPr>
        <p:grpSpPr>
          <a:xfrm rot="0">
            <a:off x="3068425" y="4971554"/>
            <a:ext cx="763278" cy="763278"/>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000000"/>
            </a:solidFill>
          </p:spPr>
        </p:sp>
        <p:sp>
          <p:nvSpPr>
            <p:cNvPr name="TextBox 33" id="33"/>
            <p:cNvSpPr txBox="true"/>
            <p:nvPr/>
          </p:nvSpPr>
          <p:spPr>
            <a:xfrm>
              <a:off x="0" y="165100"/>
              <a:ext cx="711200" cy="444500"/>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0">
            <a:off x="6181580" y="4971554"/>
            <a:ext cx="763278" cy="763278"/>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000000"/>
            </a:solidFill>
          </p:spPr>
        </p:sp>
        <p:sp>
          <p:nvSpPr>
            <p:cNvPr name="TextBox 36" id="36"/>
            <p:cNvSpPr txBox="true"/>
            <p:nvPr/>
          </p:nvSpPr>
          <p:spPr>
            <a:xfrm>
              <a:off x="0" y="165100"/>
              <a:ext cx="711200" cy="444500"/>
            </a:xfrm>
            <a:prstGeom prst="rect">
              <a:avLst/>
            </a:prstGeom>
          </p:spPr>
          <p:txBody>
            <a:bodyPr anchor="ctr" rtlCol="false" tIns="50800" lIns="50800" bIns="50800" rIns="50800"/>
            <a:lstStyle/>
            <a:p>
              <a:pPr algn="ctr">
                <a:lnSpc>
                  <a:spcPts val="2659"/>
                </a:lnSpc>
              </a:pPr>
            </a:p>
          </p:txBody>
        </p:sp>
      </p:grpSp>
      <p:sp>
        <p:nvSpPr>
          <p:cNvPr name="Freeform 37" id="37"/>
          <p:cNvSpPr/>
          <p:nvPr/>
        </p:nvSpPr>
        <p:spPr>
          <a:xfrm flipH="false" flipV="false" rot="0">
            <a:off x="8890121" y="3754125"/>
            <a:ext cx="1149035" cy="693730"/>
          </a:xfrm>
          <a:custGeom>
            <a:avLst/>
            <a:gdLst/>
            <a:ahLst/>
            <a:cxnLst/>
            <a:rect r="r" b="b" t="t" l="l"/>
            <a:pathLst>
              <a:path h="693730" w="1149035">
                <a:moveTo>
                  <a:pt x="0" y="0"/>
                </a:moveTo>
                <a:lnTo>
                  <a:pt x="1149034" y="0"/>
                </a:lnTo>
                <a:lnTo>
                  <a:pt x="1149034" y="693730"/>
                </a:lnTo>
                <a:lnTo>
                  <a:pt x="0" y="6937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8" id="38"/>
          <p:cNvSpPr txBox="true"/>
          <p:nvPr/>
        </p:nvSpPr>
        <p:spPr>
          <a:xfrm rot="0">
            <a:off x="285963" y="594043"/>
            <a:ext cx="7598829" cy="1012189"/>
          </a:xfrm>
          <a:prstGeom prst="rect">
            <a:avLst/>
          </a:prstGeom>
        </p:spPr>
        <p:txBody>
          <a:bodyPr anchor="t" rtlCol="false" tIns="0" lIns="0" bIns="0" rIns="0">
            <a:spAutoFit/>
          </a:bodyPr>
          <a:lstStyle/>
          <a:p>
            <a:pPr algn="l">
              <a:lnSpc>
                <a:spcPts val="7599"/>
              </a:lnSpc>
            </a:pPr>
            <a:r>
              <a:rPr lang="en-US" b="true" sz="7599" spc="-379">
                <a:solidFill>
                  <a:srgbClr val="00192A"/>
                </a:solidFill>
                <a:latin typeface="Glacial Indifference Bold"/>
                <a:ea typeface="Glacial Indifference Bold"/>
                <a:cs typeface="Glacial Indifference Bold"/>
                <a:sym typeface="Glacial Indifference Bold"/>
              </a:rPr>
              <a:t>Algoritma Metode</a:t>
            </a:r>
          </a:p>
        </p:txBody>
      </p:sp>
      <p:sp>
        <p:nvSpPr>
          <p:cNvPr name="TextBox 39" id="39"/>
          <p:cNvSpPr txBox="true"/>
          <p:nvPr/>
        </p:nvSpPr>
        <p:spPr>
          <a:xfrm rot="0">
            <a:off x="523250" y="4729122"/>
            <a:ext cx="2295413" cy="1232769"/>
          </a:xfrm>
          <a:prstGeom prst="rect">
            <a:avLst/>
          </a:prstGeom>
        </p:spPr>
        <p:txBody>
          <a:bodyPr anchor="t" rtlCol="false" tIns="0" lIns="0" bIns="0" rIns="0">
            <a:spAutoFit/>
          </a:bodyPr>
          <a:lstStyle/>
          <a:p>
            <a:pPr algn="ctr">
              <a:lnSpc>
                <a:spcPts val="3159"/>
              </a:lnSpc>
            </a:pPr>
            <a:r>
              <a:rPr lang="en-US" sz="3159" spc="-157">
                <a:solidFill>
                  <a:srgbClr val="00192A"/>
                </a:solidFill>
                <a:latin typeface="Glacial Indifference"/>
                <a:ea typeface="Glacial Indifference"/>
                <a:cs typeface="Glacial Indifference"/>
                <a:sym typeface="Glacial Indifference"/>
              </a:rPr>
              <a:t>Input X</a:t>
            </a:r>
            <a:r>
              <a:rPr lang="en-US" sz="3159" spc="-157">
                <a:solidFill>
                  <a:srgbClr val="00192A"/>
                </a:solidFill>
                <a:latin typeface="Glacial Indifference"/>
                <a:ea typeface="Glacial Indifference"/>
                <a:cs typeface="Glacial Indifference"/>
                <a:sym typeface="Glacial Indifference"/>
              </a:rPr>
              <a:t>0</a:t>
            </a:r>
            <a:r>
              <a:rPr lang="en-US" sz="3159" spc="-157">
                <a:solidFill>
                  <a:srgbClr val="00192A"/>
                </a:solidFill>
                <a:latin typeface="Glacial Indifference"/>
                <a:ea typeface="Glacial Indifference"/>
                <a:cs typeface="Glacial Indifference"/>
                <a:sym typeface="Glacial Indifference"/>
              </a:rPr>
              <a:t>, toleransi dan maks iterasi</a:t>
            </a:r>
          </a:p>
        </p:txBody>
      </p:sp>
      <p:sp>
        <p:nvSpPr>
          <p:cNvPr name="TextBox 40" id="40"/>
          <p:cNvSpPr txBox="true"/>
          <p:nvPr/>
        </p:nvSpPr>
        <p:spPr>
          <a:xfrm rot="0">
            <a:off x="3967165" y="4167665"/>
            <a:ext cx="1909615" cy="1855068"/>
          </a:xfrm>
          <a:prstGeom prst="rect">
            <a:avLst/>
          </a:prstGeom>
        </p:spPr>
        <p:txBody>
          <a:bodyPr anchor="t" rtlCol="false" tIns="0" lIns="0" bIns="0" rIns="0">
            <a:spAutoFit/>
          </a:bodyPr>
          <a:lstStyle/>
          <a:p>
            <a:pPr algn="ctr">
              <a:lnSpc>
                <a:spcPts val="3659"/>
              </a:lnSpc>
            </a:pPr>
            <a:r>
              <a:rPr lang="en-US" sz="3659" spc="-182">
                <a:solidFill>
                  <a:srgbClr val="00192A"/>
                </a:solidFill>
                <a:latin typeface="Glacial Indifference"/>
                <a:ea typeface="Glacial Indifference"/>
                <a:cs typeface="Glacial Indifference"/>
                <a:sym typeface="Glacial Indifference"/>
              </a:rPr>
              <a:t>Hitung f(x</a:t>
            </a:r>
            <a:r>
              <a:rPr lang="en-US" sz="3659" spc="-182">
                <a:solidFill>
                  <a:srgbClr val="00192A"/>
                </a:solidFill>
                <a:latin typeface="Glacial Indifference"/>
                <a:ea typeface="Glacial Indifference"/>
                <a:cs typeface="Glacial Indifference"/>
                <a:sym typeface="Glacial Indifference"/>
              </a:rPr>
              <a:t>n</a:t>
            </a:r>
            <a:r>
              <a:rPr lang="en-US" sz="3659" spc="-182">
                <a:solidFill>
                  <a:srgbClr val="00192A"/>
                </a:solidFill>
                <a:latin typeface="Glacial Indifference"/>
                <a:ea typeface="Glacial Indifference"/>
                <a:cs typeface="Glacial Indifference"/>
                <a:sym typeface="Glacial Indifference"/>
              </a:rPr>
              <a:t>), f’(x</a:t>
            </a:r>
            <a:r>
              <a:rPr lang="en-US" sz="3659" spc="-182">
                <a:solidFill>
                  <a:srgbClr val="00192A"/>
                </a:solidFill>
                <a:latin typeface="Glacial Indifference"/>
                <a:ea typeface="Glacial Indifference"/>
                <a:cs typeface="Glacial Indifference"/>
                <a:sym typeface="Glacial Indifference"/>
              </a:rPr>
              <a:t>n</a:t>
            </a:r>
            <a:r>
              <a:rPr lang="en-US" sz="3659" spc="-182">
                <a:solidFill>
                  <a:srgbClr val="00192A"/>
                </a:solidFill>
                <a:latin typeface="Glacial Indifference"/>
                <a:ea typeface="Glacial Indifference"/>
                <a:cs typeface="Glacial Indifference"/>
                <a:sym typeface="Glacial Indifference"/>
              </a:rPr>
              <a:t>), serta hitung x</a:t>
            </a:r>
            <a:r>
              <a:rPr lang="en-US" sz="3659" spc="-182">
                <a:solidFill>
                  <a:srgbClr val="00192A"/>
                </a:solidFill>
                <a:latin typeface="Glacial Indifference"/>
                <a:ea typeface="Glacial Indifference"/>
                <a:cs typeface="Glacial Indifference"/>
                <a:sym typeface="Glacial Indifference"/>
              </a:rPr>
              <a:t>n+1</a:t>
            </a:r>
          </a:p>
        </p:txBody>
      </p:sp>
      <p:sp>
        <p:nvSpPr>
          <p:cNvPr name="TextBox 41" id="41"/>
          <p:cNvSpPr txBox="true"/>
          <p:nvPr/>
        </p:nvSpPr>
        <p:spPr>
          <a:xfrm rot="0">
            <a:off x="7113643" y="4861777"/>
            <a:ext cx="2350995" cy="1055977"/>
          </a:xfrm>
          <a:prstGeom prst="rect">
            <a:avLst/>
          </a:prstGeom>
        </p:spPr>
        <p:txBody>
          <a:bodyPr anchor="t" rtlCol="false" tIns="0" lIns="0" bIns="0" rIns="0">
            <a:spAutoFit/>
          </a:bodyPr>
          <a:lstStyle/>
          <a:p>
            <a:pPr algn="ctr">
              <a:lnSpc>
                <a:spcPts val="4073"/>
              </a:lnSpc>
            </a:pPr>
            <a:r>
              <a:rPr lang="en-US" sz="4073" spc="-203">
                <a:solidFill>
                  <a:srgbClr val="00192A"/>
                </a:solidFill>
                <a:latin typeface="Glacial Indifference"/>
                <a:ea typeface="Glacial Indifference"/>
                <a:cs typeface="Glacial Indifference"/>
                <a:sym typeface="Glacial Indifference"/>
              </a:rPr>
              <a:t>Hitung error</a:t>
            </a:r>
          </a:p>
          <a:p>
            <a:pPr algn="ctr">
              <a:lnSpc>
                <a:spcPts val="4073"/>
              </a:lnSpc>
            </a:pPr>
            <a:r>
              <a:rPr lang="en-US" sz="4073" spc="-203">
                <a:solidFill>
                  <a:srgbClr val="00192A"/>
                </a:solidFill>
                <a:latin typeface="Glacial Indifference"/>
                <a:ea typeface="Glacial Indifference"/>
                <a:cs typeface="Glacial Indifference"/>
                <a:sym typeface="Glacial Indifference"/>
              </a:rPr>
              <a:t>| x</a:t>
            </a:r>
            <a:r>
              <a:rPr lang="en-US" sz="4073" spc="-203">
                <a:solidFill>
                  <a:srgbClr val="00192A"/>
                </a:solidFill>
                <a:latin typeface="Glacial Indifference"/>
                <a:ea typeface="Glacial Indifference"/>
                <a:cs typeface="Glacial Indifference"/>
                <a:sym typeface="Glacial Indifference"/>
              </a:rPr>
              <a:t>n+1</a:t>
            </a:r>
            <a:r>
              <a:rPr lang="en-US" sz="4073" spc="-203">
                <a:solidFill>
                  <a:srgbClr val="00192A"/>
                </a:solidFill>
                <a:latin typeface="Glacial Indifference"/>
                <a:ea typeface="Glacial Indifference"/>
                <a:cs typeface="Glacial Indifference"/>
                <a:sym typeface="Glacial Indifference"/>
              </a:rPr>
              <a:t> - x</a:t>
            </a:r>
            <a:r>
              <a:rPr lang="en-US" sz="4073" spc="-203">
                <a:solidFill>
                  <a:srgbClr val="00192A"/>
                </a:solidFill>
                <a:latin typeface="Glacial Indifference"/>
                <a:ea typeface="Glacial Indifference"/>
                <a:cs typeface="Glacial Indifference"/>
                <a:sym typeface="Glacial Indifference"/>
              </a:rPr>
              <a:t>n</a:t>
            </a:r>
            <a:r>
              <a:rPr lang="en-US" sz="4073" spc="-203">
                <a:solidFill>
                  <a:srgbClr val="00192A"/>
                </a:solidFill>
                <a:latin typeface="Glacial Indifference"/>
                <a:ea typeface="Glacial Indifference"/>
                <a:cs typeface="Glacial Indifference"/>
                <a:sym typeface="Glacial Indifference"/>
              </a:rPr>
              <a:t>|</a:t>
            </a:r>
          </a:p>
        </p:txBody>
      </p:sp>
      <p:sp>
        <p:nvSpPr>
          <p:cNvPr name="TextBox 42" id="42"/>
          <p:cNvSpPr txBox="true"/>
          <p:nvPr/>
        </p:nvSpPr>
        <p:spPr>
          <a:xfrm rot="0">
            <a:off x="10419732" y="3279900"/>
            <a:ext cx="3374840" cy="1232769"/>
          </a:xfrm>
          <a:prstGeom prst="rect">
            <a:avLst/>
          </a:prstGeom>
        </p:spPr>
        <p:txBody>
          <a:bodyPr anchor="t" rtlCol="false" tIns="0" lIns="0" bIns="0" rIns="0">
            <a:spAutoFit/>
          </a:bodyPr>
          <a:lstStyle/>
          <a:p>
            <a:pPr algn="ctr">
              <a:lnSpc>
                <a:spcPts val="3159"/>
              </a:lnSpc>
            </a:pPr>
            <a:r>
              <a:rPr lang="en-US" sz="3159" spc="-157">
                <a:solidFill>
                  <a:srgbClr val="00192A"/>
                </a:solidFill>
                <a:latin typeface="Glacial Indifference"/>
                <a:ea typeface="Glacial Indifference"/>
                <a:cs typeface="Glacial Indifference"/>
                <a:sym typeface="Glacial Indifference"/>
              </a:rPr>
              <a:t>Jika error &lt; toleransi atau iterasi sudah max = berhenti </a:t>
            </a:r>
          </a:p>
        </p:txBody>
      </p:sp>
      <p:sp>
        <p:nvSpPr>
          <p:cNvPr name="TextBox 43" id="43"/>
          <p:cNvSpPr txBox="true"/>
          <p:nvPr/>
        </p:nvSpPr>
        <p:spPr>
          <a:xfrm rot="0">
            <a:off x="10907185" y="6465508"/>
            <a:ext cx="2413438" cy="832719"/>
          </a:xfrm>
          <a:prstGeom prst="rect">
            <a:avLst/>
          </a:prstGeom>
        </p:spPr>
        <p:txBody>
          <a:bodyPr anchor="t" rtlCol="false" tIns="0" lIns="0" bIns="0" rIns="0">
            <a:spAutoFit/>
          </a:bodyPr>
          <a:lstStyle/>
          <a:p>
            <a:pPr algn="ctr">
              <a:lnSpc>
                <a:spcPts val="3159"/>
              </a:lnSpc>
            </a:pPr>
            <a:r>
              <a:rPr lang="en-US" sz="3159" spc="-157">
                <a:solidFill>
                  <a:srgbClr val="00192A"/>
                </a:solidFill>
                <a:latin typeface="Glacial Indifference"/>
                <a:ea typeface="Glacial Indifference"/>
                <a:cs typeface="Glacial Indifference"/>
                <a:sym typeface="Glacial Indifference"/>
              </a:rPr>
              <a:t>Jika belum =</a:t>
            </a:r>
          </a:p>
          <a:p>
            <a:pPr algn="ctr">
              <a:lnSpc>
                <a:spcPts val="3159"/>
              </a:lnSpc>
            </a:pPr>
            <a:r>
              <a:rPr lang="en-US" sz="3159" spc="-157">
                <a:solidFill>
                  <a:srgbClr val="00192A"/>
                </a:solidFill>
                <a:latin typeface="Glacial Indifference"/>
                <a:ea typeface="Glacial Indifference"/>
                <a:cs typeface="Glacial Indifference"/>
                <a:sym typeface="Glacial Indifference"/>
              </a:rPr>
              <a:t>ulangi iterasi</a:t>
            </a:r>
          </a:p>
        </p:txBody>
      </p:sp>
      <p:sp>
        <p:nvSpPr>
          <p:cNvPr name="TextBox 44" id="44"/>
          <p:cNvSpPr txBox="true"/>
          <p:nvPr/>
        </p:nvSpPr>
        <p:spPr>
          <a:xfrm rot="0">
            <a:off x="14508947" y="4925591"/>
            <a:ext cx="3374840" cy="1376278"/>
          </a:xfrm>
          <a:prstGeom prst="rect">
            <a:avLst/>
          </a:prstGeom>
        </p:spPr>
        <p:txBody>
          <a:bodyPr anchor="t" rtlCol="false" tIns="0" lIns="0" bIns="0" rIns="0">
            <a:spAutoFit/>
          </a:bodyPr>
          <a:lstStyle/>
          <a:p>
            <a:pPr algn="ctr">
              <a:lnSpc>
                <a:spcPts val="3559"/>
              </a:lnSpc>
            </a:pPr>
            <a:r>
              <a:rPr lang="en-US" sz="3559" spc="-177">
                <a:solidFill>
                  <a:srgbClr val="00192A"/>
                </a:solidFill>
                <a:latin typeface="Glacial Indifference"/>
                <a:ea typeface="Glacial Indifference"/>
                <a:cs typeface="Glacial Indifference"/>
                <a:sym typeface="Glacial Indifference"/>
              </a:rPr>
              <a:t>Akar persamaan</a:t>
            </a:r>
          </a:p>
          <a:p>
            <a:pPr algn="ctr">
              <a:lnSpc>
                <a:spcPts val="3559"/>
              </a:lnSpc>
            </a:pPr>
            <a:r>
              <a:rPr lang="en-US" sz="3559" spc="-177">
                <a:solidFill>
                  <a:srgbClr val="00192A"/>
                </a:solidFill>
                <a:latin typeface="Glacial Indifference"/>
                <a:ea typeface="Glacial Indifference"/>
                <a:cs typeface="Glacial Indifference"/>
                <a:sym typeface="Glacial Indifference"/>
              </a:rPr>
              <a:t>dan</a:t>
            </a:r>
          </a:p>
          <a:p>
            <a:pPr algn="ctr">
              <a:lnSpc>
                <a:spcPts val="3559"/>
              </a:lnSpc>
            </a:pPr>
            <a:r>
              <a:rPr lang="en-US" sz="3559" spc="-177">
                <a:solidFill>
                  <a:srgbClr val="00192A"/>
                </a:solidFill>
                <a:latin typeface="Glacial Indifference"/>
                <a:ea typeface="Glacial Indifference"/>
                <a:cs typeface="Glacial Indifference"/>
                <a:sym typeface="Glacial Indifference"/>
              </a:rPr>
              <a:t>Status konvergen</a:t>
            </a:r>
          </a:p>
        </p:txBody>
      </p:sp>
      <p:sp>
        <p:nvSpPr>
          <p:cNvPr name="Freeform 45" id="45"/>
          <p:cNvSpPr/>
          <p:nvPr/>
        </p:nvSpPr>
        <p:spPr>
          <a:xfrm flipH="false" flipV="true" rot="0">
            <a:off x="9003065" y="6243101"/>
            <a:ext cx="1018557" cy="614954"/>
          </a:xfrm>
          <a:custGeom>
            <a:avLst/>
            <a:gdLst/>
            <a:ahLst/>
            <a:cxnLst/>
            <a:rect r="r" b="b" t="t" l="l"/>
            <a:pathLst>
              <a:path h="614954" w="1018557">
                <a:moveTo>
                  <a:pt x="0" y="614954"/>
                </a:moveTo>
                <a:lnTo>
                  <a:pt x="1018557" y="614954"/>
                </a:lnTo>
                <a:lnTo>
                  <a:pt x="1018557" y="0"/>
                </a:lnTo>
                <a:lnTo>
                  <a:pt x="0" y="0"/>
                </a:lnTo>
                <a:lnTo>
                  <a:pt x="0" y="614954"/>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6" id="46"/>
          <p:cNvSpPr/>
          <p:nvPr/>
        </p:nvSpPr>
        <p:spPr>
          <a:xfrm flipH="false" flipV="false" rot="1830854">
            <a:off x="13934430" y="3793626"/>
            <a:ext cx="1149035" cy="693730"/>
          </a:xfrm>
          <a:custGeom>
            <a:avLst/>
            <a:gdLst/>
            <a:ahLst/>
            <a:cxnLst/>
            <a:rect r="r" b="b" t="t" l="l"/>
            <a:pathLst>
              <a:path h="693730" w="1149035">
                <a:moveTo>
                  <a:pt x="0" y="0"/>
                </a:moveTo>
                <a:lnTo>
                  <a:pt x="1149034" y="0"/>
                </a:lnTo>
                <a:lnTo>
                  <a:pt x="1149034" y="693730"/>
                </a:lnTo>
                <a:lnTo>
                  <a:pt x="0" y="6937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7" id="47"/>
          <p:cNvGrpSpPr/>
          <p:nvPr/>
        </p:nvGrpSpPr>
        <p:grpSpPr>
          <a:xfrm rot="0">
            <a:off x="17204334" y="967740"/>
            <a:ext cx="1597082" cy="670560"/>
            <a:chOff x="0" y="0"/>
            <a:chExt cx="420631" cy="176608"/>
          </a:xfrm>
        </p:grpSpPr>
        <p:sp>
          <p:nvSpPr>
            <p:cNvPr name="Freeform 48" id="48"/>
            <p:cNvSpPr/>
            <p:nvPr/>
          </p:nvSpPr>
          <p:spPr>
            <a:xfrm flipH="false" flipV="false" rot="0">
              <a:off x="0" y="0"/>
              <a:ext cx="420631" cy="176608"/>
            </a:xfrm>
            <a:custGeom>
              <a:avLst/>
              <a:gdLst/>
              <a:ahLst/>
              <a:cxnLst/>
              <a:rect r="r" b="b" t="t" l="l"/>
              <a:pathLst>
                <a:path h="176608" w="420631">
                  <a:moveTo>
                    <a:pt x="88304" y="0"/>
                  </a:moveTo>
                  <a:lnTo>
                    <a:pt x="332326" y="0"/>
                  </a:lnTo>
                  <a:cubicBezTo>
                    <a:pt x="355746" y="0"/>
                    <a:pt x="378207" y="9303"/>
                    <a:pt x="394767" y="25864"/>
                  </a:cubicBezTo>
                  <a:cubicBezTo>
                    <a:pt x="411327" y="42424"/>
                    <a:pt x="420631" y="64885"/>
                    <a:pt x="420631" y="88304"/>
                  </a:cubicBezTo>
                  <a:lnTo>
                    <a:pt x="420631" y="88304"/>
                  </a:lnTo>
                  <a:cubicBezTo>
                    <a:pt x="420631" y="137073"/>
                    <a:pt x="381096" y="176608"/>
                    <a:pt x="332326" y="176608"/>
                  </a:cubicBezTo>
                  <a:lnTo>
                    <a:pt x="88304" y="176608"/>
                  </a:lnTo>
                  <a:cubicBezTo>
                    <a:pt x="64885" y="176608"/>
                    <a:pt x="42424" y="167305"/>
                    <a:pt x="25864" y="150745"/>
                  </a:cubicBezTo>
                  <a:cubicBezTo>
                    <a:pt x="9303" y="134185"/>
                    <a:pt x="0" y="111724"/>
                    <a:pt x="0" y="88304"/>
                  </a:cubicBezTo>
                  <a:lnTo>
                    <a:pt x="0" y="88304"/>
                  </a:lnTo>
                  <a:cubicBezTo>
                    <a:pt x="0" y="64885"/>
                    <a:pt x="9303" y="42424"/>
                    <a:pt x="25864" y="25864"/>
                  </a:cubicBezTo>
                  <a:cubicBezTo>
                    <a:pt x="42424" y="9303"/>
                    <a:pt x="64885" y="0"/>
                    <a:pt x="88304" y="0"/>
                  </a:cubicBezTo>
                  <a:close/>
                </a:path>
              </a:pathLst>
            </a:custGeom>
            <a:solidFill>
              <a:srgbClr val="00192A"/>
            </a:solidFill>
          </p:spPr>
        </p:sp>
        <p:sp>
          <p:nvSpPr>
            <p:cNvPr name="TextBox 49" id="49"/>
            <p:cNvSpPr txBox="true"/>
            <p:nvPr/>
          </p:nvSpPr>
          <p:spPr>
            <a:xfrm>
              <a:off x="0" y="-38100"/>
              <a:ext cx="420631" cy="214708"/>
            </a:xfrm>
            <a:prstGeom prst="rect">
              <a:avLst/>
            </a:prstGeom>
          </p:spPr>
          <p:txBody>
            <a:bodyPr anchor="ctr" rtlCol="false" tIns="50800" lIns="50800" bIns="50800" rIns="50800"/>
            <a:lstStyle/>
            <a:p>
              <a:pPr algn="ctr">
                <a:lnSpc>
                  <a:spcPts val="3079"/>
                </a:lnSpc>
                <a:spcBef>
                  <a:spcPct val="0"/>
                </a:spcBef>
              </a:pPr>
            </a:p>
          </p:txBody>
        </p:sp>
      </p:grpSp>
      <p:sp>
        <p:nvSpPr>
          <p:cNvPr name="TextBox 50" id="50"/>
          <p:cNvSpPr txBox="true"/>
          <p:nvPr/>
        </p:nvSpPr>
        <p:spPr>
          <a:xfrm rot="0">
            <a:off x="17149368" y="1085850"/>
            <a:ext cx="853507" cy="491490"/>
          </a:xfrm>
          <a:prstGeom prst="rect">
            <a:avLst/>
          </a:prstGeom>
        </p:spPr>
        <p:txBody>
          <a:bodyPr anchor="t" rtlCol="false" tIns="0" lIns="0" bIns="0" rIns="0">
            <a:spAutoFit/>
          </a:bodyPr>
          <a:lstStyle/>
          <a:p>
            <a:pPr algn="r">
              <a:lnSpc>
                <a:spcPts val="3600"/>
              </a:lnSpc>
            </a:pPr>
            <a:r>
              <a:rPr lang="en-US" b="true" sz="3600" spc="-144">
                <a:solidFill>
                  <a:srgbClr val="FFFFFF"/>
                </a:solidFill>
                <a:latin typeface="Inter Bold"/>
                <a:ea typeface="Inter Bold"/>
                <a:cs typeface="Inter Bold"/>
                <a:sym typeface="Inter Bold"/>
              </a:rPr>
              <a:t>07</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59739" y="9515475"/>
            <a:ext cx="22144166" cy="2442184"/>
            <a:chOff x="0" y="0"/>
            <a:chExt cx="5832208" cy="643209"/>
          </a:xfrm>
        </p:grpSpPr>
        <p:sp>
          <p:nvSpPr>
            <p:cNvPr name="Freeform 3" id="3"/>
            <p:cNvSpPr/>
            <p:nvPr/>
          </p:nvSpPr>
          <p:spPr>
            <a:xfrm flipH="false" flipV="false" rot="0">
              <a:off x="0" y="0"/>
              <a:ext cx="5832208" cy="643209"/>
            </a:xfrm>
            <a:custGeom>
              <a:avLst/>
              <a:gdLst/>
              <a:ahLst/>
              <a:cxnLst/>
              <a:rect r="r" b="b" t="t" l="l"/>
              <a:pathLst>
                <a:path h="643209" w="5832208">
                  <a:moveTo>
                    <a:pt x="17830" y="0"/>
                  </a:moveTo>
                  <a:lnTo>
                    <a:pt x="5814378" y="0"/>
                  </a:lnTo>
                  <a:cubicBezTo>
                    <a:pt x="5819107" y="0"/>
                    <a:pt x="5823642" y="1879"/>
                    <a:pt x="5826986" y="5222"/>
                  </a:cubicBezTo>
                  <a:cubicBezTo>
                    <a:pt x="5830330" y="8566"/>
                    <a:pt x="5832208" y="13101"/>
                    <a:pt x="5832208" y="17830"/>
                  </a:cubicBezTo>
                  <a:lnTo>
                    <a:pt x="5832208" y="625378"/>
                  </a:lnTo>
                  <a:cubicBezTo>
                    <a:pt x="5832208" y="630107"/>
                    <a:pt x="5830330" y="634643"/>
                    <a:pt x="5826986" y="637986"/>
                  </a:cubicBezTo>
                  <a:cubicBezTo>
                    <a:pt x="5823642" y="641330"/>
                    <a:pt x="5819107" y="643209"/>
                    <a:pt x="5814378" y="643209"/>
                  </a:cubicBezTo>
                  <a:lnTo>
                    <a:pt x="17830" y="643209"/>
                  </a:lnTo>
                  <a:cubicBezTo>
                    <a:pt x="13101" y="643209"/>
                    <a:pt x="8566" y="641330"/>
                    <a:pt x="5222" y="637986"/>
                  </a:cubicBezTo>
                  <a:cubicBezTo>
                    <a:pt x="1879" y="634643"/>
                    <a:pt x="0" y="630107"/>
                    <a:pt x="0" y="625378"/>
                  </a:cubicBezTo>
                  <a:lnTo>
                    <a:pt x="0" y="17830"/>
                  </a:lnTo>
                  <a:cubicBezTo>
                    <a:pt x="0" y="13101"/>
                    <a:pt x="1879" y="8566"/>
                    <a:pt x="5222" y="5222"/>
                  </a:cubicBezTo>
                  <a:cubicBezTo>
                    <a:pt x="8566" y="1879"/>
                    <a:pt x="13101" y="0"/>
                    <a:pt x="17830" y="0"/>
                  </a:cubicBezTo>
                  <a:close/>
                </a:path>
              </a:pathLst>
            </a:custGeom>
            <a:solidFill>
              <a:srgbClr val="00192A"/>
            </a:solidFill>
          </p:spPr>
        </p:sp>
        <p:sp>
          <p:nvSpPr>
            <p:cNvPr name="TextBox 4" id="4"/>
            <p:cNvSpPr txBox="true"/>
            <p:nvPr/>
          </p:nvSpPr>
          <p:spPr>
            <a:xfrm>
              <a:off x="0" y="-38100"/>
              <a:ext cx="5832208" cy="681309"/>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6130425" y="-11730889"/>
            <a:ext cx="3924179" cy="15571345"/>
            <a:chOff x="0" y="0"/>
            <a:chExt cx="1033529" cy="4101095"/>
          </a:xfrm>
        </p:grpSpPr>
        <p:sp>
          <p:nvSpPr>
            <p:cNvPr name="Freeform 6" id="6"/>
            <p:cNvSpPr/>
            <p:nvPr/>
          </p:nvSpPr>
          <p:spPr>
            <a:xfrm flipH="false" flipV="false" rot="0">
              <a:off x="0" y="0"/>
              <a:ext cx="1033529" cy="4101095"/>
            </a:xfrm>
            <a:custGeom>
              <a:avLst/>
              <a:gdLst/>
              <a:ahLst/>
              <a:cxnLst/>
              <a:rect r="r" b="b" t="t" l="l"/>
              <a:pathLst>
                <a:path h="4101095" w="1033529">
                  <a:moveTo>
                    <a:pt x="100617" y="0"/>
                  </a:moveTo>
                  <a:lnTo>
                    <a:pt x="932912" y="0"/>
                  </a:lnTo>
                  <a:cubicBezTo>
                    <a:pt x="959597" y="0"/>
                    <a:pt x="985189" y="10601"/>
                    <a:pt x="1004059" y="29470"/>
                  </a:cubicBezTo>
                  <a:cubicBezTo>
                    <a:pt x="1022928" y="48339"/>
                    <a:pt x="1033529" y="73931"/>
                    <a:pt x="1033529" y="100617"/>
                  </a:cubicBezTo>
                  <a:lnTo>
                    <a:pt x="1033529" y="4000478"/>
                  </a:lnTo>
                  <a:cubicBezTo>
                    <a:pt x="1033529" y="4056047"/>
                    <a:pt x="988481" y="4101095"/>
                    <a:pt x="932912" y="4101095"/>
                  </a:cubicBezTo>
                  <a:lnTo>
                    <a:pt x="100617" y="4101095"/>
                  </a:lnTo>
                  <a:cubicBezTo>
                    <a:pt x="45048" y="4101095"/>
                    <a:pt x="0" y="4056047"/>
                    <a:pt x="0" y="4000478"/>
                  </a:cubicBezTo>
                  <a:lnTo>
                    <a:pt x="0" y="100617"/>
                  </a:lnTo>
                  <a:cubicBezTo>
                    <a:pt x="0" y="45048"/>
                    <a:pt x="45048" y="0"/>
                    <a:pt x="100617" y="0"/>
                  </a:cubicBezTo>
                  <a:close/>
                </a:path>
              </a:pathLst>
            </a:custGeom>
            <a:solidFill>
              <a:srgbClr val="EB9515"/>
            </a:solidFill>
          </p:spPr>
        </p:sp>
        <p:sp>
          <p:nvSpPr>
            <p:cNvPr name="TextBox 7" id="7"/>
            <p:cNvSpPr txBox="true"/>
            <p:nvPr/>
          </p:nvSpPr>
          <p:spPr>
            <a:xfrm>
              <a:off x="0" y="-38100"/>
              <a:ext cx="1033529" cy="4139195"/>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5700044" y="929770"/>
            <a:ext cx="1351044" cy="197861"/>
          </a:xfrm>
          <a:custGeom>
            <a:avLst/>
            <a:gdLst/>
            <a:ahLst/>
            <a:cxnLst/>
            <a:rect r="r" b="b" t="t" l="l"/>
            <a:pathLst>
              <a:path h="197861" w="1351044">
                <a:moveTo>
                  <a:pt x="0" y="0"/>
                </a:moveTo>
                <a:lnTo>
                  <a:pt x="1351044" y="0"/>
                </a:lnTo>
                <a:lnTo>
                  <a:pt x="1351044" y="197860"/>
                </a:lnTo>
                <a:lnTo>
                  <a:pt x="0" y="197860"/>
                </a:lnTo>
                <a:lnTo>
                  <a:pt x="0" y="0"/>
                </a:lnTo>
                <a:close/>
              </a:path>
            </a:pathLst>
          </a:custGeom>
          <a:blipFill>
            <a:blip r:embed="rId2">
              <a:extLst>
                <a:ext uri="{96DAC541-7B7A-43D3-8B79-37D633B846F1}">
                  <asvg:svgBlip xmlns:asvg="http://schemas.microsoft.com/office/drawing/2016/SVG/main" r:embed="rId3"/>
                </a:ext>
              </a:extLst>
            </a:blip>
            <a:stretch>
              <a:fillRect l="-204564" t="-1979642" r="0" b="0"/>
            </a:stretch>
          </a:blipFill>
        </p:spPr>
      </p:sp>
      <p:sp>
        <p:nvSpPr>
          <p:cNvPr name="Freeform 9" id="9"/>
          <p:cNvSpPr/>
          <p:nvPr/>
        </p:nvSpPr>
        <p:spPr>
          <a:xfrm flipH="false" flipV="false" rot="0">
            <a:off x="658590" y="1523863"/>
            <a:ext cx="9346751" cy="7734437"/>
          </a:xfrm>
          <a:custGeom>
            <a:avLst/>
            <a:gdLst/>
            <a:ahLst/>
            <a:cxnLst/>
            <a:rect r="r" b="b" t="t" l="l"/>
            <a:pathLst>
              <a:path h="7734437" w="9346751">
                <a:moveTo>
                  <a:pt x="0" y="0"/>
                </a:moveTo>
                <a:lnTo>
                  <a:pt x="9346751" y="0"/>
                </a:lnTo>
                <a:lnTo>
                  <a:pt x="9346751" y="7734437"/>
                </a:lnTo>
                <a:lnTo>
                  <a:pt x="0" y="7734437"/>
                </a:lnTo>
                <a:lnTo>
                  <a:pt x="0" y="0"/>
                </a:lnTo>
                <a:close/>
              </a:path>
            </a:pathLst>
          </a:custGeom>
          <a:blipFill>
            <a:blip r:embed="rId4"/>
            <a:stretch>
              <a:fillRect l="0" t="0" r="0" b="0"/>
            </a:stretch>
          </a:blipFill>
        </p:spPr>
      </p:sp>
      <p:sp>
        <p:nvSpPr>
          <p:cNvPr name="Freeform 10" id="10"/>
          <p:cNvSpPr/>
          <p:nvPr/>
        </p:nvSpPr>
        <p:spPr>
          <a:xfrm flipH="false" flipV="false" rot="0">
            <a:off x="10295218" y="135755"/>
            <a:ext cx="6938120" cy="5707465"/>
          </a:xfrm>
          <a:custGeom>
            <a:avLst/>
            <a:gdLst/>
            <a:ahLst/>
            <a:cxnLst/>
            <a:rect r="r" b="b" t="t" l="l"/>
            <a:pathLst>
              <a:path h="5707465" w="6938120">
                <a:moveTo>
                  <a:pt x="0" y="0"/>
                </a:moveTo>
                <a:lnTo>
                  <a:pt x="6938120" y="0"/>
                </a:lnTo>
                <a:lnTo>
                  <a:pt x="6938120" y="5707465"/>
                </a:lnTo>
                <a:lnTo>
                  <a:pt x="0" y="5707465"/>
                </a:lnTo>
                <a:lnTo>
                  <a:pt x="0" y="0"/>
                </a:lnTo>
                <a:close/>
              </a:path>
            </a:pathLst>
          </a:custGeom>
          <a:blipFill>
            <a:blip r:embed="rId5"/>
            <a:stretch>
              <a:fillRect l="0" t="0" r="0" b="-8646"/>
            </a:stretch>
          </a:blipFill>
        </p:spPr>
      </p:sp>
      <p:sp>
        <p:nvSpPr>
          <p:cNvPr name="Freeform 11" id="11"/>
          <p:cNvSpPr/>
          <p:nvPr/>
        </p:nvSpPr>
        <p:spPr>
          <a:xfrm flipH="false" flipV="false" rot="0">
            <a:off x="10295218" y="6100395"/>
            <a:ext cx="7581399" cy="3157905"/>
          </a:xfrm>
          <a:custGeom>
            <a:avLst/>
            <a:gdLst/>
            <a:ahLst/>
            <a:cxnLst/>
            <a:rect r="r" b="b" t="t" l="l"/>
            <a:pathLst>
              <a:path h="3157905" w="7581399">
                <a:moveTo>
                  <a:pt x="0" y="0"/>
                </a:moveTo>
                <a:lnTo>
                  <a:pt x="7581399" y="0"/>
                </a:lnTo>
                <a:lnTo>
                  <a:pt x="7581399" y="3157905"/>
                </a:lnTo>
                <a:lnTo>
                  <a:pt x="0" y="3157905"/>
                </a:lnTo>
                <a:lnTo>
                  <a:pt x="0" y="0"/>
                </a:lnTo>
                <a:close/>
              </a:path>
            </a:pathLst>
          </a:custGeom>
          <a:blipFill>
            <a:blip r:embed="rId6"/>
            <a:stretch>
              <a:fillRect l="0" t="0" r="-2847" b="0"/>
            </a:stretch>
          </a:blipFill>
        </p:spPr>
      </p:sp>
      <p:sp>
        <p:nvSpPr>
          <p:cNvPr name="TextBox 12" id="12"/>
          <p:cNvSpPr txBox="true"/>
          <p:nvPr/>
        </p:nvSpPr>
        <p:spPr>
          <a:xfrm rot="0">
            <a:off x="437071" y="448311"/>
            <a:ext cx="8458687" cy="1012189"/>
          </a:xfrm>
          <a:prstGeom prst="rect">
            <a:avLst/>
          </a:prstGeom>
        </p:spPr>
        <p:txBody>
          <a:bodyPr anchor="t" rtlCol="false" tIns="0" lIns="0" bIns="0" rIns="0">
            <a:spAutoFit/>
          </a:bodyPr>
          <a:lstStyle/>
          <a:p>
            <a:pPr algn="l">
              <a:lnSpc>
                <a:spcPts val="7599"/>
              </a:lnSpc>
            </a:pPr>
            <a:r>
              <a:rPr lang="en-US" b="true" sz="7599" spc="-379">
                <a:solidFill>
                  <a:srgbClr val="00192A"/>
                </a:solidFill>
                <a:latin typeface="Glacial Indifference Bold"/>
                <a:ea typeface="Glacial Indifference Bold"/>
                <a:cs typeface="Glacial Indifference Bold"/>
                <a:sym typeface="Glacial Indifference Bold"/>
              </a:rPr>
              <a:t>Algoritma Metode</a:t>
            </a:r>
          </a:p>
        </p:txBody>
      </p:sp>
      <p:grpSp>
        <p:nvGrpSpPr>
          <p:cNvPr name="Group 13" id="13"/>
          <p:cNvGrpSpPr/>
          <p:nvPr/>
        </p:nvGrpSpPr>
        <p:grpSpPr>
          <a:xfrm rot="0">
            <a:off x="17204334" y="967740"/>
            <a:ext cx="1597082" cy="670560"/>
            <a:chOff x="0" y="0"/>
            <a:chExt cx="420631" cy="176608"/>
          </a:xfrm>
        </p:grpSpPr>
        <p:sp>
          <p:nvSpPr>
            <p:cNvPr name="Freeform 14" id="14"/>
            <p:cNvSpPr/>
            <p:nvPr/>
          </p:nvSpPr>
          <p:spPr>
            <a:xfrm flipH="false" flipV="false" rot="0">
              <a:off x="0" y="0"/>
              <a:ext cx="420631" cy="176608"/>
            </a:xfrm>
            <a:custGeom>
              <a:avLst/>
              <a:gdLst/>
              <a:ahLst/>
              <a:cxnLst/>
              <a:rect r="r" b="b" t="t" l="l"/>
              <a:pathLst>
                <a:path h="176608" w="420631">
                  <a:moveTo>
                    <a:pt x="88304" y="0"/>
                  </a:moveTo>
                  <a:lnTo>
                    <a:pt x="332326" y="0"/>
                  </a:lnTo>
                  <a:cubicBezTo>
                    <a:pt x="355746" y="0"/>
                    <a:pt x="378207" y="9303"/>
                    <a:pt x="394767" y="25864"/>
                  </a:cubicBezTo>
                  <a:cubicBezTo>
                    <a:pt x="411327" y="42424"/>
                    <a:pt x="420631" y="64885"/>
                    <a:pt x="420631" y="88304"/>
                  </a:cubicBezTo>
                  <a:lnTo>
                    <a:pt x="420631" y="88304"/>
                  </a:lnTo>
                  <a:cubicBezTo>
                    <a:pt x="420631" y="137073"/>
                    <a:pt x="381096" y="176608"/>
                    <a:pt x="332326" y="176608"/>
                  </a:cubicBezTo>
                  <a:lnTo>
                    <a:pt x="88304" y="176608"/>
                  </a:lnTo>
                  <a:cubicBezTo>
                    <a:pt x="64885" y="176608"/>
                    <a:pt x="42424" y="167305"/>
                    <a:pt x="25864" y="150745"/>
                  </a:cubicBezTo>
                  <a:cubicBezTo>
                    <a:pt x="9303" y="134185"/>
                    <a:pt x="0" y="111724"/>
                    <a:pt x="0" y="88304"/>
                  </a:cubicBezTo>
                  <a:lnTo>
                    <a:pt x="0" y="88304"/>
                  </a:lnTo>
                  <a:cubicBezTo>
                    <a:pt x="0" y="64885"/>
                    <a:pt x="9303" y="42424"/>
                    <a:pt x="25864" y="25864"/>
                  </a:cubicBezTo>
                  <a:cubicBezTo>
                    <a:pt x="42424" y="9303"/>
                    <a:pt x="64885" y="0"/>
                    <a:pt x="88304" y="0"/>
                  </a:cubicBezTo>
                  <a:close/>
                </a:path>
              </a:pathLst>
            </a:custGeom>
            <a:solidFill>
              <a:srgbClr val="00192A"/>
            </a:solidFill>
          </p:spPr>
        </p:sp>
        <p:sp>
          <p:nvSpPr>
            <p:cNvPr name="TextBox 15" id="15"/>
            <p:cNvSpPr txBox="true"/>
            <p:nvPr/>
          </p:nvSpPr>
          <p:spPr>
            <a:xfrm>
              <a:off x="0" y="-38100"/>
              <a:ext cx="420631" cy="214708"/>
            </a:xfrm>
            <a:prstGeom prst="rect">
              <a:avLst/>
            </a:prstGeom>
          </p:spPr>
          <p:txBody>
            <a:bodyPr anchor="ctr" rtlCol="false" tIns="50800" lIns="50800" bIns="50800" rIns="50800"/>
            <a:lstStyle/>
            <a:p>
              <a:pPr algn="ctr">
                <a:lnSpc>
                  <a:spcPts val="3079"/>
                </a:lnSpc>
                <a:spcBef>
                  <a:spcPct val="0"/>
                </a:spcBef>
              </a:pPr>
            </a:p>
          </p:txBody>
        </p:sp>
      </p:grpSp>
      <p:sp>
        <p:nvSpPr>
          <p:cNvPr name="TextBox 16" id="16"/>
          <p:cNvSpPr txBox="true"/>
          <p:nvPr/>
        </p:nvSpPr>
        <p:spPr>
          <a:xfrm rot="0">
            <a:off x="17149368" y="1085850"/>
            <a:ext cx="853507" cy="491490"/>
          </a:xfrm>
          <a:prstGeom prst="rect">
            <a:avLst/>
          </a:prstGeom>
        </p:spPr>
        <p:txBody>
          <a:bodyPr anchor="t" rtlCol="false" tIns="0" lIns="0" bIns="0" rIns="0">
            <a:spAutoFit/>
          </a:bodyPr>
          <a:lstStyle/>
          <a:p>
            <a:pPr algn="r">
              <a:lnSpc>
                <a:spcPts val="3600"/>
              </a:lnSpc>
            </a:pPr>
            <a:r>
              <a:rPr lang="en-US" b="true" sz="3600" spc="-144">
                <a:solidFill>
                  <a:srgbClr val="FFFFFF"/>
                </a:solidFill>
                <a:latin typeface="Inter Bold"/>
                <a:ea typeface="Inter Bold"/>
                <a:cs typeface="Inter Bold"/>
                <a:sym typeface="Inter Bold"/>
              </a:rPr>
              <a:t>08</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649825" y="-2693712"/>
            <a:ext cx="1456581" cy="12980712"/>
            <a:chOff x="0" y="0"/>
            <a:chExt cx="383626" cy="3418788"/>
          </a:xfrm>
        </p:grpSpPr>
        <p:sp>
          <p:nvSpPr>
            <p:cNvPr name="Freeform 3" id="3"/>
            <p:cNvSpPr/>
            <p:nvPr/>
          </p:nvSpPr>
          <p:spPr>
            <a:xfrm flipH="false" flipV="false" rot="0">
              <a:off x="0" y="0"/>
              <a:ext cx="383626" cy="3418788"/>
            </a:xfrm>
            <a:custGeom>
              <a:avLst/>
              <a:gdLst/>
              <a:ahLst/>
              <a:cxnLst/>
              <a:rect r="r" b="b" t="t" l="l"/>
              <a:pathLst>
                <a:path h="3418788" w="383626">
                  <a:moveTo>
                    <a:pt x="191813" y="0"/>
                  </a:moveTo>
                  <a:lnTo>
                    <a:pt x="191813" y="0"/>
                  </a:lnTo>
                  <a:cubicBezTo>
                    <a:pt x="242685" y="0"/>
                    <a:pt x="291474" y="20209"/>
                    <a:pt x="327446" y="56181"/>
                  </a:cubicBezTo>
                  <a:cubicBezTo>
                    <a:pt x="363417" y="92153"/>
                    <a:pt x="383626" y="140941"/>
                    <a:pt x="383626" y="191813"/>
                  </a:cubicBezTo>
                  <a:lnTo>
                    <a:pt x="383626" y="3226975"/>
                  </a:lnTo>
                  <a:cubicBezTo>
                    <a:pt x="383626" y="3277847"/>
                    <a:pt x="363417" y="3326635"/>
                    <a:pt x="327446" y="3362608"/>
                  </a:cubicBezTo>
                  <a:cubicBezTo>
                    <a:pt x="291474" y="3398579"/>
                    <a:pt x="242685" y="3418788"/>
                    <a:pt x="191813" y="3418788"/>
                  </a:cubicBezTo>
                  <a:lnTo>
                    <a:pt x="191813" y="3418788"/>
                  </a:lnTo>
                  <a:cubicBezTo>
                    <a:pt x="140941" y="3418788"/>
                    <a:pt x="92153" y="3398579"/>
                    <a:pt x="56181" y="3362608"/>
                  </a:cubicBezTo>
                  <a:cubicBezTo>
                    <a:pt x="20209" y="3326635"/>
                    <a:pt x="0" y="3277847"/>
                    <a:pt x="0" y="3226975"/>
                  </a:cubicBezTo>
                  <a:lnTo>
                    <a:pt x="0" y="191813"/>
                  </a:lnTo>
                  <a:cubicBezTo>
                    <a:pt x="0" y="140941"/>
                    <a:pt x="20209" y="92153"/>
                    <a:pt x="56181" y="56181"/>
                  </a:cubicBezTo>
                  <a:cubicBezTo>
                    <a:pt x="92153" y="20209"/>
                    <a:pt x="140941" y="0"/>
                    <a:pt x="191813" y="0"/>
                  </a:cubicBezTo>
                  <a:close/>
                </a:path>
              </a:pathLst>
            </a:custGeom>
            <a:solidFill>
              <a:srgbClr val="00192A"/>
            </a:solidFill>
          </p:spPr>
        </p:sp>
        <p:sp>
          <p:nvSpPr>
            <p:cNvPr name="TextBox 4" id="4"/>
            <p:cNvSpPr txBox="true"/>
            <p:nvPr/>
          </p:nvSpPr>
          <p:spPr>
            <a:xfrm>
              <a:off x="0" y="-38100"/>
              <a:ext cx="383626" cy="3456888"/>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4551640" y="419453"/>
            <a:ext cx="1351044" cy="197861"/>
          </a:xfrm>
          <a:custGeom>
            <a:avLst/>
            <a:gdLst/>
            <a:ahLst/>
            <a:cxnLst/>
            <a:rect r="r" b="b" t="t" l="l"/>
            <a:pathLst>
              <a:path h="197861" w="1351044">
                <a:moveTo>
                  <a:pt x="0" y="0"/>
                </a:moveTo>
                <a:lnTo>
                  <a:pt x="1351044" y="0"/>
                </a:lnTo>
                <a:lnTo>
                  <a:pt x="1351044" y="197860"/>
                </a:lnTo>
                <a:lnTo>
                  <a:pt x="0" y="197860"/>
                </a:lnTo>
                <a:lnTo>
                  <a:pt x="0" y="0"/>
                </a:lnTo>
                <a:close/>
              </a:path>
            </a:pathLst>
          </a:custGeom>
          <a:blipFill>
            <a:blip r:embed="rId2">
              <a:extLst>
                <a:ext uri="{96DAC541-7B7A-43D3-8B79-37D633B846F1}">
                  <asvg:svgBlip xmlns:asvg="http://schemas.microsoft.com/office/drawing/2016/SVG/main" r:embed="rId3"/>
                </a:ext>
              </a:extLst>
            </a:blip>
            <a:stretch>
              <a:fillRect l="-204564" t="-1979642" r="0" b="0"/>
            </a:stretch>
          </a:blipFill>
        </p:spPr>
      </p:sp>
      <p:grpSp>
        <p:nvGrpSpPr>
          <p:cNvPr name="Group 6" id="6"/>
          <p:cNvGrpSpPr/>
          <p:nvPr/>
        </p:nvGrpSpPr>
        <p:grpSpPr>
          <a:xfrm rot="0">
            <a:off x="-1367333" y="518383"/>
            <a:ext cx="7426227" cy="1334232"/>
            <a:chOff x="0" y="0"/>
            <a:chExt cx="2409181" cy="432845"/>
          </a:xfrm>
        </p:grpSpPr>
        <p:sp>
          <p:nvSpPr>
            <p:cNvPr name="Freeform 7" id="7"/>
            <p:cNvSpPr/>
            <p:nvPr/>
          </p:nvSpPr>
          <p:spPr>
            <a:xfrm flipH="false" flipV="false" rot="0">
              <a:off x="0" y="0"/>
              <a:ext cx="2409181" cy="432845"/>
            </a:xfrm>
            <a:custGeom>
              <a:avLst/>
              <a:gdLst/>
              <a:ahLst/>
              <a:cxnLst/>
              <a:rect r="r" b="b" t="t" l="l"/>
              <a:pathLst>
                <a:path h="432845" w="2409181">
                  <a:moveTo>
                    <a:pt x="53168" y="0"/>
                  </a:moveTo>
                  <a:lnTo>
                    <a:pt x="2356013" y="0"/>
                  </a:lnTo>
                  <a:cubicBezTo>
                    <a:pt x="2385377" y="0"/>
                    <a:pt x="2409181" y="23804"/>
                    <a:pt x="2409181" y="53168"/>
                  </a:cubicBezTo>
                  <a:lnTo>
                    <a:pt x="2409181" y="379677"/>
                  </a:lnTo>
                  <a:cubicBezTo>
                    <a:pt x="2409181" y="393778"/>
                    <a:pt x="2403580" y="407302"/>
                    <a:pt x="2393609" y="417272"/>
                  </a:cubicBezTo>
                  <a:cubicBezTo>
                    <a:pt x="2383638" y="427243"/>
                    <a:pt x="2370114" y="432845"/>
                    <a:pt x="2356013" y="432845"/>
                  </a:cubicBezTo>
                  <a:lnTo>
                    <a:pt x="53168" y="432845"/>
                  </a:lnTo>
                  <a:cubicBezTo>
                    <a:pt x="39067" y="432845"/>
                    <a:pt x="25543" y="427243"/>
                    <a:pt x="15573" y="417272"/>
                  </a:cubicBezTo>
                  <a:cubicBezTo>
                    <a:pt x="5602" y="407302"/>
                    <a:pt x="0" y="393778"/>
                    <a:pt x="0" y="379677"/>
                  </a:cubicBezTo>
                  <a:lnTo>
                    <a:pt x="0" y="53168"/>
                  </a:lnTo>
                  <a:cubicBezTo>
                    <a:pt x="0" y="39067"/>
                    <a:pt x="5602" y="25543"/>
                    <a:pt x="15573" y="15573"/>
                  </a:cubicBezTo>
                  <a:cubicBezTo>
                    <a:pt x="25543" y="5602"/>
                    <a:pt x="39067" y="0"/>
                    <a:pt x="53168" y="0"/>
                  </a:cubicBezTo>
                  <a:close/>
                </a:path>
              </a:pathLst>
            </a:custGeom>
            <a:solidFill>
              <a:srgbClr val="EB9515"/>
            </a:solidFill>
          </p:spPr>
        </p:sp>
        <p:sp>
          <p:nvSpPr>
            <p:cNvPr name="TextBox 8" id="8"/>
            <p:cNvSpPr txBox="true"/>
            <p:nvPr/>
          </p:nvSpPr>
          <p:spPr>
            <a:xfrm>
              <a:off x="0" y="-38100"/>
              <a:ext cx="2409181" cy="470945"/>
            </a:xfrm>
            <a:prstGeom prst="rect">
              <a:avLst/>
            </a:prstGeom>
          </p:spPr>
          <p:txBody>
            <a:bodyPr anchor="ctr" rtlCol="false" tIns="50800" lIns="50800" bIns="50800" rIns="50800"/>
            <a:lstStyle/>
            <a:p>
              <a:pPr algn="ctr">
                <a:lnSpc>
                  <a:spcPts val="3079"/>
                </a:lnSpc>
                <a:spcBef>
                  <a:spcPct val="0"/>
                </a:spcBef>
              </a:pPr>
            </a:p>
          </p:txBody>
        </p:sp>
      </p:grpSp>
      <p:grpSp>
        <p:nvGrpSpPr>
          <p:cNvPr name="Group 9" id="9"/>
          <p:cNvGrpSpPr/>
          <p:nvPr/>
        </p:nvGrpSpPr>
        <p:grpSpPr>
          <a:xfrm rot="0">
            <a:off x="17204334" y="967740"/>
            <a:ext cx="1597082" cy="670560"/>
            <a:chOff x="0" y="0"/>
            <a:chExt cx="420631" cy="176608"/>
          </a:xfrm>
        </p:grpSpPr>
        <p:sp>
          <p:nvSpPr>
            <p:cNvPr name="Freeform 10" id="10"/>
            <p:cNvSpPr/>
            <p:nvPr/>
          </p:nvSpPr>
          <p:spPr>
            <a:xfrm flipH="false" flipV="false" rot="0">
              <a:off x="0" y="0"/>
              <a:ext cx="420631" cy="176608"/>
            </a:xfrm>
            <a:custGeom>
              <a:avLst/>
              <a:gdLst/>
              <a:ahLst/>
              <a:cxnLst/>
              <a:rect r="r" b="b" t="t" l="l"/>
              <a:pathLst>
                <a:path h="176608" w="420631">
                  <a:moveTo>
                    <a:pt x="88304" y="0"/>
                  </a:moveTo>
                  <a:lnTo>
                    <a:pt x="332326" y="0"/>
                  </a:lnTo>
                  <a:cubicBezTo>
                    <a:pt x="355746" y="0"/>
                    <a:pt x="378207" y="9303"/>
                    <a:pt x="394767" y="25864"/>
                  </a:cubicBezTo>
                  <a:cubicBezTo>
                    <a:pt x="411327" y="42424"/>
                    <a:pt x="420631" y="64885"/>
                    <a:pt x="420631" y="88304"/>
                  </a:cubicBezTo>
                  <a:lnTo>
                    <a:pt x="420631" y="88304"/>
                  </a:lnTo>
                  <a:cubicBezTo>
                    <a:pt x="420631" y="137073"/>
                    <a:pt x="381096" y="176608"/>
                    <a:pt x="332326" y="176608"/>
                  </a:cubicBezTo>
                  <a:lnTo>
                    <a:pt x="88304" y="176608"/>
                  </a:lnTo>
                  <a:cubicBezTo>
                    <a:pt x="64885" y="176608"/>
                    <a:pt x="42424" y="167305"/>
                    <a:pt x="25864" y="150745"/>
                  </a:cubicBezTo>
                  <a:cubicBezTo>
                    <a:pt x="9303" y="134185"/>
                    <a:pt x="0" y="111724"/>
                    <a:pt x="0" y="88304"/>
                  </a:cubicBezTo>
                  <a:lnTo>
                    <a:pt x="0" y="88304"/>
                  </a:lnTo>
                  <a:cubicBezTo>
                    <a:pt x="0" y="64885"/>
                    <a:pt x="9303" y="42424"/>
                    <a:pt x="25864" y="25864"/>
                  </a:cubicBezTo>
                  <a:cubicBezTo>
                    <a:pt x="42424" y="9303"/>
                    <a:pt x="64885" y="0"/>
                    <a:pt x="88304" y="0"/>
                  </a:cubicBezTo>
                  <a:close/>
                </a:path>
              </a:pathLst>
            </a:custGeom>
            <a:solidFill>
              <a:srgbClr val="00192A"/>
            </a:solidFill>
          </p:spPr>
        </p:sp>
        <p:sp>
          <p:nvSpPr>
            <p:cNvPr name="TextBox 11" id="11"/>
            <p:cNvSpPr txBox="true"/>
            <p:nvPr/>
          </p:nvSpPr>
          <p:spPr>
            <a:xfrm>
              <a:off x="0" y="-38100"/>
              <a:ext cx="420631" cy="214708"/>
            </a:xfrm>
            <a:prstGeom prst="rect">
              <a:avLst/>
            </a:prstGeom>
          </p:spPr>
          <p:txBody>
            <a:bodyPr anchor="ctr" rtlCol="false" tIns="50800" lIns="50800" bIns="50800" rIns="50800"/>
            <a:lstStyle/>
            <a:p>
              <a:pPr algn="ctr">
                <a:lnSpc>
                  <a:spcPts val="3079"/>
                </a:lnSpc>
                <a:spcBef>
                  <a:spcPct val="0"/>
                </a:spcBef>
              </a:pPr>
            </a:p>
          </p:txBody>
        </p:sp>
      </p:grpSp>
      <p:sp>
        <p:nvSpPr>
          <p:cNvPr name="Freeform 12" id="12"/>
          <p:cNvSpPr/>
          <p:nvPr/>
        </p:nvSpPr>
        <p:spPr>
          <a:xfrm flipH="false" flipV="false" rot="0">
            <a:off x="6408695" y="1577340"/>
            <a:ext cx="10070772" cy="8379532"/>
          </a:xfrm>
          <a:custGeom>
            <a:avLst/>
            <a:gdLst/>
            <a:ahLst/>
            <a:cxnLst/>
            <a:rect r="r" b="b" t="t" l="l"/>
            <a:pathLst>
              <a:path h="8379532" w="10070772">
                <a:moveTo>
                  <a:pt x="0" y="0"/>
                </a:moveTo>
                <a:lnTo>
                  <a:pt x="10070772" y="0"/>
                </a:lnTo>
                <a:lnTo>
                  <a:pt x="10070772" y="8379532"/>
                </a:lnTo>
                <a:lnTo>
                  <a:pt x="0" y="8379532"/>
                </a:lnTo>
                <a:lnTo>
                  <a:pt x="0" y="0"/>
                </a:lnTo>
                <a:close/>
              </a:path>
            </a:pathLst>
          </a:custGeom>
          <a:blipFill>
            <a:blip r:embed="rId4"/>
            <a:stretch>
              <a:fillRect l="0" t="0" r="0" b="-5761"/>
            </a:stretch>
          </a:blipFill>
        </p:spPr>
      </p:sp>
      <p:sp>
        <p:nvSpPr>
          <p:cNvPr name="TextBox 13" id="13"/>
          <p:cNvSpPr txBox="true"/>
          <p:nvPr/>
        </p:nvSpPr>
        <p:spPr>
          <a:xfrm rot="0">
            <a:off x="537984" y="840425"/>
            <a:ext cx="5145843" cy="1012189"/>
          </a:xfrm>
          <a:prstGeom prst="rect">
            <a:avLst/>
          </a:prstGeom>
        </p:spPr>
        <p:txBody>
          <a:bodyPr anchor="t" rtlCol="false" tIns="0" lIns="0" bIns="0" rIns="0">
            <a:spAutoFit/>
          </a:bodyPr>
          <a:lstStyle/>
          <a:p>
            <a:pPr algn="l">
              <a:lnSpc>
                <a:spcPts val="7599"/>
              </a:lnSpc>
            </a:pPr>
            <a:r>
              <a:rPr lang="en-US" sz="7599" spc="-379" b="true">
                <a:solidFill>
                  <a:srgbClr val="00192A"/>
                </a:solidFill>
                <a:latin typeface="Glacial Indifference Bold"/>
                <a:ea typeface="Glacial Indifference Bold"/>
                <a:cs typeface="Glacial Indifference Bold"/>
                <a:sym typeface="Glacial Indifference Bold"/>
              </a:rPr>
              <a:t>Contoh soal</a:t>
            </a:r>
          </a:p>
        </p:txBody>
      </p:sp>
      <p:sp>
        <p:nvSpPr>
          <p:cNvPr name="TextBox 14" id="14"/>
          <p:cNvSpPr txBox="true"/>
          <p:nvPr/>
        </p:nvSpPr>
        <p:spPr>
          <a:xfrm rot="0">
            <a:off x="17149368" y="1085850"/>
            <a:ext cx="853507" cy="491490"/>
          </a:xfrm>
          <a:prstGeom prst="rect">
            <a:avLst/>
          </a:prstGeom>
        </p:spPr>
        <p:txBody>
          <a:bodyPr anchor="t" rtlCol="false" tIns="0" lIns="0" bIns="0" rIns="0">
            <a:spAutoFit/>
          </a:bodyPr>
          <a:lstStyle/>
          <a:p>
            <a:pPr algn="r">
              <a:lnSpc>
                <a:spcPts val="3600"/>
              </a:lnSpc>
            </a:pPr>
            <a:r>
              <a:rPr lang="en-US" b="true" sz="3600" spc="-144">
                <a:solidFill>
                  <a:srgbClr val="FFFFFF"/>
                </a:solidFill>
                <a:latin typeface="Inter Bold"/>
                <a:ea typeface="Inter Bold"/>
                <a:cs typeface="Inter Bold"/>
                <a:sym typeface="Inter Bold"/>
              </a:rPr>
              <a:t>09</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621250" y="-2693712"/>
            <a:ext cx="1456581" cy="12980712"/>
            <a:chOff x="0" y="0"/>
            <a:chExt cx="383626" cy="3418788"/>
          </a:xfrm>
        </p:grpSpPr>
        <p:sp>
          <p:nvSpPr>
            <p:cNvPr name="Freeform 3" id="3"/>
            <p:cNvSpPr/>
            <p:nvPr/>
          </p:nvSpPr>
          <p:spPr>
            <a:xfrm flipH="false" flipV="false" rot="0">
              <a:off x="0" y="0"/>
              <a:ext cx="383626" cy="3418788"/>
            </a:xfrm>
            <a:custGeom>
              <a:avLst/>
              <a:gdLst/>
              <a:ahLst/>
              <a:cxnLst/>
              <a:rect r="r" b="b" t="t" l="l"/>
              <a:pathLst>
                <a:path h="3418788" w="383626">
                  <a:moveTo>
                    <a:pt x="191813" y="0"/>
                  </a:moveTo>
                  <a:lnTo>
                    <a:pt x="191813" y="0"/>
                  </a:lnTo>
                  <a:cubicBezTo>
                    <a:pt x="242685" y="0"/>
                    <a:pt x="291474" y="20209"/>
                    <a:pt x="327446" y="56181"/>
                  </a:cubicBezTo>
                  <a:cubicBezTo>
                    <a:pt x="363417" y="92153"/>
                    <a:pt x="383626" y="140941"/>
                    <a:pt x="383626" y="191813"/>
                  </a:cubicBezTo>
                  <a:lnTo>
                    <a:pt x="383626" y="3226975"/>
                  </a:lnTo>
                  <a:cubicBezTo>
                    <a:pt x="383626" y="3277847"/>
                    <a:pt x="363417" y="3326635"/>
                    <a:pt x="327446" y="3362608"/>
                  </a:cubicBezTo>
                  <a:cubicBezTo>
                    <a:pt x="291474" y="3398579"/>
                    <a:pt x="242685" y="3418788"/>
                    <a:pt x="191813" y="3418788"/>
                  </a:cubicBezTo>
                  <a:lnTo>
                    <a:pt x="191813" y="3418788"/>
                  </a:lnTo>
                  <a:cubicBezTo>
                    <a:pt x="140941" y="3418788"/>
                    <a:pt x="92153" y="3398579"/>
                    <a:pt x="56181" y="3362608"/>
                  </a:cubicBezTo>
                  <a:cubicBezTo>
                    <a:pt x="20209" y="3326635"/>
                    <a:pt x="0" y="3277847"/>
                    <a:pt x="0" y="3226975"/>
                  </a:cubicBezTo>
                  <a:lnTo>
                    <a:pt x="0" y="191813"/>
                  </a:lnTo>
                  <a:cubicBezTo>
                    <a:pt x="0" y="140941"/>
                    <a:pt x="20209" y="92153"/>
                    <a:pt x="56181" y="56181"/>
                  </a:cubicBezTo>
                  <a:cubicBezTo>
                    <a:pt x="92153" y="20209"/>
                    <a:pt x="140941" y="0"/>
                    <a:pt x="191813" y="0"/>
                  </a:cubicBezTo>
                  <a:close/>
                </a:path>
              </a:pathLst>
            </a:custGeom>
            <a:solidFill>
              <a:srgbClr val="00192A"/>
            </a:solidFill>
          </p:spPr>
        </p:sp>
        <p:sp>
          <p:nvSpPr>
            <p:cNvPr name="TextBox 4" id="4"/>
            <p:cNvSpPr txBox="true"/>
            <p:nvPr/>
          </p:nvSpPr>
          <p:spPr>
            <a:xfrm>
              <a:off x="0" y="-38100"/>
              <a:ext cx="383626" cy="345688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932892" y="304069"/>
            <a:ext cx="7426227" cy="1334232"/>
            <a:chOff x="0" y="0"/>
            <a:chExt cx="2409181" cy="432845"/>
          </a:xfrm>
        </p:grpSpPr>
        <p:sp>
          <p:nvSpPr>
            <p:cNvPr name="Freeform 6" id="6"/>
            <p:cNvSpPr/>
            <p:nvPr/>
          </p:nvSpPr>
          <p:spPr>
            <a:xfrm flipH="false" flipV="false" rot="0">
              <a:off x="0" y="0"/>
              <a:ext cx="2409181" cy="432845"/>
            </a:xfrm>
            <a:custGeom>
              <a:avLst/>
              <a:gdLst/>
              <a:ahLst/>
              <a:cxnLst/>
              <a:rect r="r" b="b" t="t" l="l"/>
              <a:pathLst>
                <a:path h="432845" w="2409181">
                  <a:moveTo>
                    <a:pt x="53168" y="0"/>
                  </a:moveTo>
                  <a:lnTo>
                    <a:pt x="2356013" y="0"/>
                  </a:lnTo>
                  <a:cubicBezTo>
                    <a:pt x="2385377" y="0"/>
                    <a:pt x="2409181" y="23804"/>
                    <a:pt x="2409181" y="53168"/>
                  </a:cubicBezTo>
                  <a:lnTo>
                    <a:pt x="2409181" y="379677"/>
                  </a:lnTo>
                  <a:cubicBezTo>
                    <a:pt x="2409181" y="393778"/>
                    <a:pt x="2403580" y="407302"/>
                    <a:pt x="2393609" y="417272"/>
                  </a:cubicBezTo>
                  <a:cubicBezTo>
                    <a:pt x="2383638" y="427243"/>
                    <a:pt x="2370114" y="432845"/>
                    <a:pt x="2356013" y="432845"/>
                  </a:cubicBezTo>
                  <a:lnTo>
                    <a:pt x="53168" y="432845"/>
                  </a:lnTo>
                  <a:cubicBezTo>
                    <a:pt x="39067" y="432845"/>
                    <a:pt x="25543" y="427243"/>
                    <a:pt x="15573" y="417272"/>
                  </a:cubicBezTo>
                  <a:cubicBezTo>
                    <a:pt x="5602" y="407302"/>
                    <a:pt x="0" y="393778"/>
                    <a:pt x="0" y="379677"/>
                  </a:cubicBezTo>
                  <a:lnTo>
                    <a:pt x="0" y="53168"/>
                  </a:lnTo>
                  <a:cubicBezTo>
                    <a:pt x="0" y="39067"/>
                    <a:pt x="5602" y="25543"/>
                    <a:pt x="15573" y="15573"/>
                  </a:cubicBezTo>
                  <a:cubicBezTo>
                    <a:pt x="25543" y="5602"/>
                    <a:pt x="39067" y="0"/>
                    <a:pt x="53168" y="0"/>
                  </a:cubicBezTo>
                  <a:close/>
                </a:path>
              </a:pathLst>
            </a:custGeom>
            <a:solidFill>
              <a:srgbClr val="EB9515"/>
            </a:solidFill>
          </p:spPr>
        </p:sp>
        <p:sp>
          <p:nvSpPr>
            <p:cNvPr name="TextBox 7" id="7"/>
            <p:cNvSpPr txBox="true"/>
            <p:nvPr/>
          </p:nvSpPr>
          <p:spPr>
            <a:xfrm>
              <a:off x="0" y="-38100"/>
              <a:ext cx="2409181" cy="470945"/>
            </a:xfrm>
            <a:prstGeom prst="rect">
              <a:avLst/>
            </a:prstGeom>
          </p:spPr>
          <p:txBody>
            <a:bodyPr anchor="ctr" rtlCol="false" tIns="50800" lIns="50800" bIns="50800" rIns="50800"/>
            <a:lstStyle/>
            <a:p>
              <a:pPr algn="ctr">
                <a:lnSpc>
                  <a:spcPts val="3079"/>
                </a:lnSpc>
                <a:spcBef>
                  <a:spcPct val="0"/>
                </a:spcBef>
              </a:pPr>
            </a:p>
          </p:txBody>
        </p:sp>
      </p:grpSp>
      <p:sp>
        <p:nvSpPr>
          <p:cNvPr name="Freeform 8" id="8"/>
          <p:cNvSpPr/>
          <p:nvPr/>
        </p:nvSpPr>
        <p:spPr>
          <a:xfrm flipH="false" flipV="false" rot="0">
            <a:off x="2780222" y="1999235"/>
            <a:ext cx="12463054" cy="7655558"/>
          </a:xfrm>
          <a:custGeom>
            <a:avLst/>
            <a:gdLst/>
            <a:ahLst/>
            <a:cxnLst/>
            <a:rect r="r" b="b" t="t" l="l"/>
            <a:pathLst>
              <a:path h="7655558" w="12463054">
                <a:moveTo>
                  <a:pt x="0" y="0"/>
                </a:moveTo>
                <a:lnTo>
                  <a:pt x="12463054" y="0"/>
                </a:lnTo>
                <a:lnTo>
                  <a:pt x="12463054" y="7655558"/>
                </a:lnTo>
                <a:lnTo>
                  <a:pt x="0" y="7655558"/>
                </a:lnTo>
                <a:lnTo>
                  <a:pt x="0" y="0"/>
                </a:lnTo>
                <a:close/>
              </a:path>
            </a:pathLst>
          </a:custGeom>
          <a:blipFill>
            <a:blip r:embed="rId2"/>
            <a:stretch>
              <a:fillRect l="-26653" t="-26344" r="-25701" b="-13172"/>
            </a:stretch>
          </a:blipFill>
        </p:spPr>
      </p:sp>
      <p:sp>
        <p:nvSpPr>
          <p:cNvPr name="TextBox 9" id="9"/>
          <p:cNvSpPr txBox="true"/>
          <p:nvPr/>
        </p:nvSpPr>
        <p:spPr>
          <a:xfrm rot="0">
            <a:off x="0" y="565151"/>
            <a:ext cx="5560443" cy="1012189"/>
          </a:xfrm>
          <a:prstGeom prst="rect">
            <a:avLst/>
          </a:prstGeom>
        </p:spPr>
        <p:txBody>
          <a:bodyPr anchor="t" rtlCol="false" tIns="0" lIns="0" bIns="0" rIns="0">
            <a:spAutoFit/>
          </a:bodyPr>
          <a:lstStyle/>
          <a:p>
            <a:pPr algn="l">
              <a:lnSpc>
                <a:spcPts val="7599"/>
              </a:lnSpc>
            </a:pPr>
            <a:r>
              <a:rPr lang="en-US" sz="7599" spc="-379" b="true">
                <a:solidFill>
                  <a:srgbClr val="00192A"/>
                </a:solidFill>
                <a:latin typeface="Glacial Indifference Bold"/>
                <a:ea typeface="Glacial Indifference Bold"/>
                <a:cs typeface="Glacial Indifference Bold"/>
                <a:sym typeface="Glacial Indifference Bold"/>
              </a:rPr>
              <a:t>Output Solusi</a:t>
            </a:r>
          </a:p>
        </p:txBody>
      </p:sp>
      <p:grpSp>
        <p:nvGrpSpPr>
          <p:cNvPr name="Group 10" id="10"/>
          <p:cNvGrpSpPr/>
          <p:nvPr/>
        </p:nvGrpSpPr>
        <p:grpSpPr>
          <a:xfrm rot="0">
            <a:off x="17204334" y="967740"/>
            <a:ext cx="1597082" cy="670560"/>
            <a:chOff x="0" y="0"/>
            <a:chExt cx="420631" cy="176608"/>
          </a:xfrm>
        </p:grpSpPr>
        <p:sp>
          <p:nvSpPr>
            <p:cNvPr name="Freeform 11" id="11"/>
            <p:cNvSpPr/>
            <p:nvPr/>
          </p:nvSpPr>
          <p:spPr>
            <a:xfrm flipH="false" flipV="false" rot="0">
              <a:off x="0" y="0"/>
              <a:ext cx="420631" cy="176608"/>
            </a:xfrm>
            <a:custGeom>
              <a:avLst/>
              <a:gdLst/>
              <a:ahLst/>
              <a:cxnLst/>
              <a:rect r="r" b="b" t="t" l="l"/>
              <a:pathLst>
                <a:path h="176608" w="420631">
                  <a:moveTo>
                    <a:pt x="88304" y="0"/>
                  </a:moveTo>
                  <a:lnTo>
                    <a:pt x="332326" y="0"/>
                  </a:lnTo>
                  <a:cubicBezTo>
                    <a:pt x="355746" y="0"/>
                    <a:pt x="378207" y="9303"/>
                    <a:pt x="394767" y="25864"/>
                  </a:cubicBezTo>
                  <a:cubicBezTo>
                    <a:pt x="411327" y="42424"/>
                    <a:pt x="420631" y="64885"/>
                    <a:pt x="420631" y="88304"/>
                  </a:cubicBezTo>
                  <a:lnTo>
                    <a:pt x="420631" y="88304"/>
                  </a:lnTo>
                  <a:cubicBezTo>
                    <a:pt x="420631" y="137073"/>
                    <a:pt x="381096" y="176608"/>
                    <a:pt x="332326" y="176608"/>
                  </a:cubicBezTo>
                  <a:lnTo>
                    <a:pt x="88304" y="176608"/>
                  </a:lnTo>
                  <a:cubicBezTo>
                    <a:pt x="64885" y="176608"/>
                    <a:pt x="42424" y="167305"/>
                    <a:pt x="25864" y="150745"/>
                  </a:cubicBezTo>
                  <a:cubicBezTo>
                    <a:pt x="9303" y="134185"/>
                    <a:pt x="0" y="111724"/>
                    <a:pt x="0" y="88304"/>
                  </a:cubicBezTo>
                  <a:lnTo>
                    <a:pt x="0" y="88304"/>
                  </a:lnTo>
                  <a:cubicBezTo>
                    <a:pt x="0" y="64885"/>
                    <a:pt x="9303" y="42424"/>
                    <a:pt x="25864" y="25864"/>
                  </a:cubicBezTo>
                  <a:cubicBezTo>
                    <a:pt x="42424" y="9303"/>
                    <a:pt x="64885" y="0"/>
                    <a:pt x="88304" y="0"/>
                  </a:cubicBezTo>
                  <a:close/>
                </a:path>
              </a:pathLst>
            </a:custGeom>
            <a:solidFill>
              <a:srgbClr val="00192A"/>
            </a:solidFill>
          </p:spPr>
        </p:sp>
        <p:sp>
          <p:nvSpPr>
            <p:cNvPr name="TextBox 12" id="12"/>
            <p:cNvSpPr txBox="true"/>
            <p:nvPr/>
          </p:nvSpPr>
          <p:spPr>
            <a:xfrm>
              <a:off x="0" y="-38100"/>
              <a:ext cx="420631" cy="214708"/>
            </a:xfrm>
            <a:prstGeom prst="rect">
              <a:avLst/>
            </a:prstGeom>
          </p:spPr>
          <p:txBody>
            <a:bodyPr anchor="ctr" rtlCol="false" tIns="50800" lIns="50800" bIns="50800" rIns="50800"/>
            <a:lstStyle/>
            <a:p>
              <a:pPr algn="ctr">
                <a:lnSpc>
                  <a:spcPts val="3079"/>
                </a:lnSpc>
                <a:spcBef>
                  <a:spcPct val="0"/>
                </a:spcBef>
              </a:pPr>
            </a:p>
          </p:txBody>
        </p:sp>
      </p:grpSp>
      <p:sp>
        <p:nvSpPr>
          <p:cNvPr name="TextBox 13" id="13"/>
          <p:cNvSpPr txBox="true"/>
          <p:nvPr/>
        </p:nvSpPr>
        <p:spPr>
          <a:xfrm rot="0">
            <a:off x="17149368" y="1085850"/>
            <a:ext cx="853507" cy="491490"/>
          </a:xfrm>
          <a:prstGeom prst="rect">
            <a:avLst/>
          </a:prstGeom>
        </p:spPr>
        <p:txBody>
          <a:bodyPr anchor="t" rtlCol="false" tIns="0" lIns="0" bIns="0" rIns="0">
            <a:spAutoFit/>
          </a:bodyPr>
          <a:lstStyle/>
          <a:p>
            <a:pPr algn="r">
              <a:lnSpc>
                <a:spcPts val="3600"/>
              </a:lnSpc>
            </a:pPr>
            <a:r>
              <a:rPr lang="en-US" b="true" sz="3600" spc="-144">
                <a:solidFill>
                  <a:srgbClr val="FFFFFF"/>
                </a:solidFill>
                <a:latin typeface="Inter Bold"/>
                <a:ea typeface="Inter Bold"/>
                <a:cs typeface="Inter Bold"/>
                <a:sym typeface="Inter Bold"/>
              </a:rPr>
              <a:t>10</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649825" y="-2693712"/>
            <a:ext cx="1456581" cy="12980712"/>
            <a:chOff x="0" y="0"/>
            <a:chExt cx="383626" cy="3418788"/>
          </a:xfrm>
        </p:grpSpPr>
        <p:sp>
          <p:nvSpPr>
            <p:cNvPr name="Freeform 3" id="3"/>
            <p:cNvSpPr/>
            <p:nvPr/>
          </p:nvSpPr>
          <p:spPr>
            <a:xfrm flipH="false" flipV="false" rot="0">
              <a:off x="0" y="0"/>
              <a:ext cx="383626" cy="3418788"/>
            </a:xfrm>
            <a:custGeom>
              <a:avLst/>
              <a:gdLst/>
              <a:ahLst/>
              <a:cxnLst/>
              <a:rect r="r" b="b" t="t" l="l"/>
              <a:pathLst>
                <a:path h="3418788" w="383626">
                  <a:moveTo>
                    <a:pt x="191813" y="0"/>
                  </a:moveTo>
                  <a:lnTo>
                    <a:pt x="191813" y="0"/>
                  </a:lnTo>
                  <a:cubicBezTo>
                    <a:pt x="242685" y="0"/>
                    <a:pt x="291474" y="20209"/>
                    <a:pt x="327446" y="56181"/>
                  </a:cubicBezTo>
                  <a:cubicBezTo>
                    <a:pt x="363417" y="92153"/>
                    <a:pt x="383626" y="140941"/>
                    <a:pt x="383626" y="191813"/>
                  </a:cubicBezTo>
                  <a:lnTo>
                    <a:pt x="383626" y="3226975"/>
                  </a:lnTo>
                  <a:cubicBezTo>
                    <a:pt x="383626" y="3277847"/>
                    <a:pt x="363417" y="3326635"/>
                    <a:pt x="327446" y="3362608"/>
                  </a:cubicBezTo>
                  <a:cubicBezTo>
                    <a:pt x="291474" y="3398579"/>
                    <a:pt x="242685" y="3418788"/>
                    <a:pt x="191813" y="3418788"/>
                  </a:cubicBezTo>
                  <a:lnTo>
                    <a:pt x="191813" y="3418788"/>
                  </a:lnTo>
                  <a:cubicBezTo>
                    <a:pt x="140941" y="3418788"/>
                    <a:pt x="92153" y="3398579"/>
                    <a:pt x="56181" y="3362608"/>
                  </a:cubicBezTo>
                  <a:cubicBezTo>
                    <a:pt x="20209" y="3326635"/>
                    <a:pt x="0" y="3277847"/>
                    <a:pt x="0" y="3226975"/>
                  </a:cubicBezTo>
                  <a:lnTo>
                    <a:pt x="0" y="191813"/>
                  </a:lnTo>
                  <a:cubicBezTo>
                    <a:pt x="0" y="140941"/>
                    <a:pt x="20209" y="92153"/>
                    <a:pt x="56181" y="56181"/>
                  </a:cubicBezTo>
                  <a:cubicBezTo>
                    <a:pt x="92153" y="20209"/>
                    <a:pt x="140941" y="0"/>
                    <a:pt x="191813" y="0"/>
                  </a:cubicBezTo>
                  <a:close/>
                </a:path>
              </a:pathLst>
            </a:custGeom>
            <a:solidFill>
              <a:srgbClr val="00192A"/>
            </a:solidFill>
          </p:spPr>
        </p:sp>
        <p:sp>
          <p:nvSpPr>
            <p:cNvPr name="TextBox 4" id="4"/>
            <p:cNvSpPr txBox="true"/>
            <p:nvPr/>
          </p:nvSpPr>
          <p:spPr>
            <a:xfrm>
              <a:off x="0" y="-38100"/>
              <a:ext cx="383626" cy="3456888"/>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6068882" y="323893"/>
            <a:ext cx="10627014" cy="9639214"/>
          </a:xfrm>
          <a:custGeom>
            <a:avLst/>
            <a:gdLst/>
            <a:ahLst/>
            <a:cxnLst/>
            <a:rect r="r" b="b" t="t" l="l"/>
            <a:pathLst>
              <a:path h="9639214" w="10627014">
                <a:moveTo>
                  <a:pt x="0" y="0"/>
                </a:moveTo>
                <a:lnTo>
                  <a:pt x="10627014" y="0"/>
                </a:lnTo>
                <a:lnTo>
                  <a:pt x="10627014" y="9639214"/>
                </a:lnTo>
                <a:lnTo>
                  <a:pt x="0" y="9639214"/>
                </a:lnTo>
                <a:lnTo>
                  <a:pt x="0" y="0"/>
                </a:lnTo>
                <a:close/>
              </a:path>
            </a:pathLst>
          </a:custGeom>
          <a:blipFill>
            <a:blip r:embed="rId2"/>
            <a:stretch>
              <a:fillRect l="0" t="-16476" r="0" b="0"/>
            </a:stretch>
          </a:blipFill>
        </p:spPr>
      </p:sp>
      <p:grpSp>
        <p:nvGrpSpPr>
          <p:cNvPr name="Group 6" id="6"/>
          <p:cNvGrpSpPr/>
          <p:nvPr/>
        </p:nvGrpSpPr>
        <p:grpSpPr>
          <a:xfrm rot="0">
            <a:off x="17204334" y="967740"/>
            <a:ext cx="1597082" cy="670560"/>
            <a:chOff x="0" y="0"/>
            <a:chExt cx="420631" cy="176608"/>
          </a:xfrm>
        </p:grpSpPr>
        <p:sp>
          <p:nvSpPr>
            <p:cNvPr name="Freeform 7" id="7"/>
            <p:cNvSpPr/>
            <p:nvPr/>
          </p:nvSpPr>
          <p:spPr>
            <a:xfrm flipH="false" flipV="false" rot="0">
              <a:off x="0" y="0"/>
              <a:ext cx="420631" cy="176608"/>
            </a:xfrm>
            <a:custGeom>
              <a:avLst/>
              <a:gdLst/>
              <a:ahLst/>
              <a:cxnLst/>
              <a:rect r="r" b="b" t="t" l="l"/>
              <a:pathLst>
                <a:path h="176608" w="420631">
                  <a:moveTo>
                    <a:pt x="88304" y="0"/>
                  </a:moveTo>
                  <a:lnTo>
                    <a:pt x="332326" y="0"/>
                  </a:lnTo>
                  <a:cubicBezTo>
                    <a:pt x="355746" y="0"/>
                    <a:pt x="378207" y="9303"/>
                    <a:pt x="394767" y="25864"/>
                  </a:cubicBezTo>
                  <a:cubicBezTo>
                    <a:pt x="411327" y="42424"/>
                    <a:pt x="420631" y="64885"/>
                    <a:pt x="420631" y="88304"/>
                  </a:cubicBezTo>
                  <a:lnTo>
                    <a:pt x="420631" y="88304"/>
                  </a:lnTo>
                  <a:cubicBezTo>
                    <a:pt x="420631" y="137073"/>
                    <a:pt x="381096" y="176608"/>
                    <a:pt x="332326" y="176608"/>
                  </a:cubicBezTo>
                  <a:lnTo>
                    <a:pt x="88304" y="176608"/>
                  </a:lnTo>
                  <a:cubicBezTo>
                    <a:pt x="64885" y="176608"/>
                    <a:pt x="42424" y="167305"/>
                    <a:pt x="25864" y="150745"/>
                  </a:cubicBezTo>
                  <a:cubicBezTo>
                    <a:pt x="9303" y="134185"/>
                    <a:pt x="0" y="111724"/>
                    <a:pt x="0" y="88304"/>
                  </a:cubicBezTo>
                  <a:lnTo>
                    <a:pt x="0" y="88304"/>
                  </a:lnTo>
                  <a:cubicBezTo>
                    <a:pt x="0" y="64885"/>
                    <a:pt x="9303" y="42424"/>
                    <a:pt x="25864" y="25864"/>
                  </a:cubicBezTo>
                  <a:cubicBezTo>
                    <a:pt x="42424" y="9303"/>
                    <a:pt x="64885" y="0"/>
                    <a:pt x="88304" y="0"/>
                  </a:cubicBezTo>
                  <a:close/>
                </a:path>
              </a:pathLst>
            </a:custGeom>
            <a:solidFill>
              <a:srgbClr val="00192A"/>
            </a:solidFill>
          </p:spPr>
        </p:sp>
        <p:sp>
          <p:nvSpPr>
            <p:cNvPr name="TextBox 8" id="8"/>
            <p:cNvSpPr txBox="true"/>
            <p:nvPr/>
          </p:nvSpPr>
          <p:spPr>
            <a:xfrm>
              <a:off x="0" y="-38100"/>
              <a:ext cx="420631" cy="214708"/>
            </a:xfrm>
            <a:prstGeom prst="rect">
              <a:avLst/>
            </a:prstGeom>
          </p:spPr>
          <p:txBody>
            <a:bodyPr anchor="ctr" rtlCol="false" tIns="50800" lIns="50800" bIns="50800" rIns="50800"/>
            <a:lstStyle/>
            <a:p>
              <a:pPr algn="ctr">
                <a:lnSpc>
                  <a:spcPts val="3079"/>
                </a:lnSpc>
                <a:spcBef>
                  <a:spcPct val="0"/>
                </a:spcBef>
              </a:pPr>
            </a:p>
          </p:txBody>
        </p:sp>
      </p:grpSp>
      <p:sp>
        <p:nvSpPr>
          <p:cNvPr name="TextBox 9" id="9"/>
          <p:cNvSpPr txBox="true"/>
          <p:nvPr/>
        </p:nvSpPr>
        <p:spPr>
          <a:xfrm rot="0">
            <a:off x="17149368" y="1085850"/>
            <a:ext cx="853507" cy="491490"/>
          </a:xfrm>
          <a:prstGeom prst="rect">
            <a:avLst/>
          </a:prstGeom>
        </p:spPr>
        <p:txBody>
          <a:bodyPr anchor="t" rtlCol="false" tIns="0" lIns="0" bIns="0" rIns="0">
            <a:spAutoFit/>
          </a:bodyPr>
          <a:lstStyle/>
          <a:p>
            <a:pPr algn="r">
              <a:lnSpc>
                <a:spcPts val="3600"/>
              </a:lnSpc>
            </a:pPr>
            <a:r>
              <a:rPr lang="en-US" b="true" sz="3600" spc="-144">
                <a:solidFill>
                  <a:srgbClr val="FFFFFF"/>
                </a:solidFill>
                <a:latin typeface="Inter Bold"/>
                <a:ea typeface="Inter Bold"/>
                <a:cs typeface="Inter Bold"/>
                <a:sym typeface="Inter Bold"/>
              </a:rPr>
              <a:t>10</a:t>
            </a:r>
          </a:p>
        </p:txBody>
      </p:sp>
      <p:grpSp>
        <p:nvGrpSpPr>
          <p:cNvPr name="Group 10" id="10"/>
          <p:cNvGrpSpPr/>
          <p:nvPr/>
        </p:nvGrpSpPr>
        <p:grpSpPr>
          <a:xfrm rot="0">
            <a:off x="-932892" y="304069"/>
            <a:ext cx="7426227" cy="1334232"/>
            <a:chOff x="0" y="0"/>
            <a:chExt cx="2409181" cy="432845"/>
          </a:xfrm>
        </p:grpSpPr>
        <p:sp>
          <p:nvSpPr>
            <p:cNvPr name="Freeform 11" id="11"/>
            <p:cNvSpPr/>
            <p:nvPr/>
          </p:nvSpPr>
          <p:spPr>
            <a:xfrm flipH="false" flipV="false" rot="0">
              <a:off x="0" y="0"/>
              <a:ext cx="2409181" cy="432845"/>
            </a:xfrm>
            <a:custGeom>
              <a:avLst/>
              <a:gdLst/>
              <a:ahLst/>
              <a:cxnLst/>
              <a:rect r="r" b="b" t="t" l="l"/>
              <a:pathLst>
                <a:path h="432845" w="2409181">
                  <a:moveTo>
                    <a:pt x="53168" y="0"/>
                  </a:moveTo>
                  <a:lnTo>
                    <a:pt x="2356013" y="0"/>
                  </a:lnTo>
                  <a:cubicBezTo>
                    <a:pt x="2385377" y="0"/>
                    <a:pt x="2409181" y="23804"/>
                    <a:pt x="2409181" y="53168"/>
                  </a:cubicBezTo>
                  <a:lnTo>
                    <a:pt x="2409181" y="379677"/>
                  </a:lnTo>
                  <a:cubicBezTo>
                    <a:pt x="2409181" y="393778"/>
                    <a:pt x="2403580" y="407302"/>
                    <a:pt x="2393609" y="417272"/>
                  </a:cubicBezTo>
                  <a:cubicBezTo>
                    <a:pt x="2383638" y="427243"/>
                    <a:pt x="2370114" y="432845"/>
                    <a:pt x="2356013" y="432845"/>
                  </a:cubicBezTo>
                  <a:lnTo>
                    <a:pt x="53168" y="432845"/>
                  </a:lnTo>
                  <a:cubicBezTo>
                    <a:pt x="39067" y="432845"/>
                    <a:pt x="25543" y="427243"/>
                    <a:pt x="15573" y="417272"/>
                  </a:cubicBezTo>
                  <a:cubicBezTo>
                    <a:pt x="5602" y="407302"/>
                    <a:pt x="0" y="393778"/>
                    <a:pt x="0" y="379677"/>
                  </a:cubicBezTo>
                  <a:lnTo>
                    <a:pt x="0" y="53168"/>
                  </a:lnTo>
                  <a:cubicBezTo>
                    <a:pt x="0" y="39067"/>
                    <a:pt x="5602" y="25543"/>
                    <a:pt x="15573" y="15573"/>
                  </a:cubicBezTo>
                  <a:cubicBezTo>
                    <a:pt x="25543" y="5602"/>
                    <a:pt x="39067" y="0"/>
                    <a:pt x="53168" y="0"/>
                  </a:cubicBezTo>
                  <a:close/>
                </a:path>
              </a:pathLst>
            </a:custGeom>
            <a:solidFill>
              <a:srgbClr val="EB9515"/>
            </a:solidFill>
          </p:spPr>
        </p:sp>
        <p:sp>
          <p:nvSpPr>
            <p:cNvPr name="TextBox 12" id="12"/>
            <p:cNvSpPr txBox="true"/>
            <p:nvPr/>
          </p:nvSpPr>
          <p:spPr>
            <a:xfrm>
              <a:off x="0" y="-38100"/>
              <a:ext cx="2409181" cy="470945"/>
            </a:xfrm>
            <a:prstGeom prst="rect">
              <a:avLst/>
            </a:prstGeom>
          </p:spPr>
          <p:txBody>
            <a:bodyPr anchor="ctr" rtlCol="false" tIns="50800" lIns="50800" bIns="50800" rIns="50800"/>
            <a:lstStyle/>
            <a:p>
              <a:pPr algn="ctr">
                <a:lnSpc>
                  <a:spcPts val="3079"/>
                </a:lnSpc>
                <a:spcBef>
                  <a:spcPct val="0"/>
                </a:spcBef>
              </a:pPr>
            </a:p>
          </p:txBody>
        </p:sp>
      </p:grpSp>
      <p:sp>
        <p:nvSpPr>
          <p:cNvPr name="TextBox 13" id="13"/>
          <p:cNvSpPr txBox="true"/>
          <p:nvPr/>
        </p:nvSpPr>
        <p:spPr>
          <a:xfrm rot="0">
            <a:off x="0" y="565151"/>
            <a:ext cx="5560443" cy="1012189"/>
          </a:xfrm>
          <a:prstGeom prst="rect">
            <a:avLst/>
          </a:prstGeom>
        </p:spPr>
        <p:txBody>
          <a:bodyPr anchor="t" rtlCol="false" tIns="0" lIns="0" bIns="0" rIns="0">
            <a:spAutoFit/>
          </a:bodyPr>
          <a:lstStyle/>
          <a:p>
            <a:pPr algn="l">
              <a:lnSpc>
                <a:spcPts val="7599"/>
              </a:lnSpc>
            </a:pPr>
            <a:r>
              <a:rPr lang="en-US" sz="7599" spc="-379" b="true">
                <a:solidFill>
                  <a:srgbClr val="00192A"/>
                </a:solidFill>
                <a:latin typeface="Glacial Indifference Bold"/>
                <a:ea typeface="Glacial Indifference Bold"/>
                <a:cs typeface="Glacial Indifference Bold"/>
                <a:sym typeface="Glacial Indifference Bold"/>
              </a:rPr>
              <a:t>Output Solusi</a:t>
            </a:r>
          </a:p>
        </p:txBody>
      </p:sp>
      <p:sp>
        <p:nvSpPr>
          <p:cNvPr name="TextBox 14" id="14"/>
          <p:cNvSpPr txBox="true"/>
          <p:nvPr/>
        </p:nvSpPr>
        <p:spPr>
          <a:xfrm rot="0">
            <a:off x="288421" y="2127607"/>
            <a:ext cx="5560443" cy="1974214"/>
          </a:xfrm>
          <a:prstGeom prst="rect">
            <a:avLst/>
          </a:prstGeom>
        </p:spPr>
        <p:txBody>
          <a:bodyPr anchor="t" rtlCol="false" tIns="0" lIns="0" bIns="0" rIns="0">
            <a:spAutoFit/>
          </a:bodyPr>
          <a:lstStyle/>
          <a:p>
            <a:pPr algn="l">
              <a:lnSpc>
                <a:spcPts val="7599"/>
              </a:lnSpc>
            </a:pPr>
            <a:r>
              <a:rPr lang="en-US" sz="7599" spc="-379" b="true">
                <a:solidFill>
                  <a:srgbClr val="00192A"/>
                </a:solidFill>
                <a:latin typeface="Glacial Indifference Bold"/>
                <a:ea typeface="Glacial Indifference Bold"/>
                <a:cs typeface="Glacial Indifference Bold"/>
                <a:sym typeface="Glacial Indifference Bold"/>
              </a:rPr>
              <a:t>Plot Visualisasi</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649825" y="-2693712"/>
            <a:ext cx="1456581" cy="12980712"/>
            <a:chOff x="0" y="0"/>
            <a:chExt cx="383626" cy="3418788"/>
          </a:xfrm>
        </p:grpSpPr>
        <p:sp>
          <p:nvSpPr>
            <p:cNvPr name="Freeform 3" id="3"/>
            <p:cNvSpPr/>
            <p:nvPr/>
          </p:nvSpPr>
          <p:spPr>
            <a:xfrm flipH="false" flipV="false" rot="0">
              <a:off x="0" y="0"/>
              <a:ext cx="383626" cy="3418788"/>
            </a:xfrm>
            <a:custGeom>
              <a:avLst/>
              <a:gdLst/>
              <a:ahLst/>
              <a:cxnLst/>
              <a:rect r="r" b="b" t="t" l="l"/>
              <a:pathLst>
                <a:path h="3418788" w="383626">
                  <a:moveTo>
                    <a:pt x="191813" y="0"/>
                  </a:moveTo>
                  <a:lnTo>
                    <a:pt x="191813" y="0"/>
                  </a:lnTo>
                  <a:cubicBezTo>
                    <a:pt x="242685" y="0"/>
                    <a:pt x="291474" y="20209"/>
                    <a:pt x="327446" y="56181"/>
                  </a:cubicBezTo>
                  <a:cubicBezTo>
                    <a:pt x="363417" y="92153"/>
                    <a:pt x="383626" y="140941"/>
                    <a:pt x="383626" y="191813"/>
                  </a:cubicBezTo>
                  <a:lnTo>
                    <a:pt x="383626" y="3226975"/>
                  </a:lnTo>
                  <a:cubicBezTo>
                    <a:pt x="383626" y="3277847"/>
                    <a:pt x="363417" y="3326635"/>
                    <a:pt x="327446" y="3362608"/>
                  </a:cubicBezTo>
                  <a:cubicBezTo>
                    <a:pt x="291474" y="3398579"/>
                    <a:pt x="242685" y="3418788"/>
                    <a:pt x="191813" y="3418788"/>
                  </a:cubicBezTo>
                  <a:lnTo>
                    <a:pt x="191813" y="3418788"/>
                  </a:lnTo>
                  <a:cubicBezTo>
                    <a:pt x="140941" y="3418788"/>
                    <a:pt x="92153" y="3398579"/>
                    <a:pt x="56181" y="3362608"/>
                  </a:cubicBezTo>
                  <a:cubicBezTo>
                    <a:pt x="20209" y="3326635"/>
                    <a:pt x="0" y="3277847"/>
                    <a:pt x="0" y="3226975"/>
                  </a:cubicBezTo>
                  <a:lnTo>
                    <a:pt x="0" y="191813"/>
                  </a:lnTo>
                  <a:cubicBezTo>
                    <a:pt x="0" y="140941"/>
                    <a:pt x="20209" y="92153"/>
                    <a:pt x="56181" y="56181"/>
                  </a:cubicBezTo>
                  <a:cubicBezTo>
                    <a:pt x="92153" y="20209"/>
                    <a:pt x="140941" y="0"/>
                    <a:pt x="191813" y="0"/>
                  </a:cubicBezTo>
                  <a:close/>
                </a:path>
              </a:pathLst>
            </a:custGeom>
            <a:solidFill>
              <a:srgbClr val="00192A"/>
            </a:solidFill>
          </p:spPr>
        </p:sp>
        <p:sp>
          <p:nvSpPr>
            <p:cNvPr name="TextBox 4" id="4"/>
            <p:cNvSpPr txBox="true"/>
            <p:nvPr/>
          </p:nvSpPr>
          <p:spPr>
            <a:xfrm>
              <a:off x="0" y="-38100"/>
              <a:ext cx="383626" cy="3456888"/>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4551640" y="419453"/>
            <a:ext cx="1351044" cy="197861"/>
          </a:xfrm>
          <a:custGeom>
            <a:avLst/>
            <a:gdLst/>
            <a:ahLst/>
            <a:cxnLst/>
            <a:rect r="r" b="b" t="t" l="l"/>
            <a:pathLst>
              <a:path h="197861" w="1351044">
                <a:moveTo>
                  <a:pt x="0" y="0"/>
                </a:moveTo>
                <a:lnTo>
                  <a:pt x="1351044" y="0"/>
                </a:lnTo>
                <a:lnTo>
                  <a:pt x="1351044" y="197860"/>
                </a:lnTo>
                <a:lnTo>
                  <a:pt x="0" y="197860"/>
                </a:lnTo>
                <a:lnTo>
                  <a:pt x="0" y="0"/>
                </a:lnTo>
                <a:close/>
              </a:path>
            </a:pathLst>
          </a:custGeom>
          <a:blipFill>
            <a:blip r:embed="rId2">
              <a:extLst>
                <a:ext uri="{96DAC541-7B7A-43D3-8B79-37D633B846F1}">
                  <asvg:svgBlip xmlns:asvg="http://schemas.microsoft.com/office/drawing/2016/SVG/main" r:embed="rId3"/>
                </a:ext>
              </a:extLst>
            </a:blip>
            <a:stretch>
              <a:fillRect l="-204564" t="-1979642" r="0" b="0"/>
            </a:stretch>
          </a:blipFill>
        </p:spPr>
      </p:sp>
      <p:grpSp>
        <p:nvGrpSpPr>
          <p:cNvPr name="Group 6" id="6"/>
          <p:cNvGrpSpPr/>
          <p:nvPr/>
        </p:nvGrpSpPr>
        <p:grpSpPr>
          <a:xfrm rot="0">
            <a:off x="-1367333" y="518383"/>
            <a:ext cx="7426227" cy="1334232"/>
            <a:chOff x="0" y="0"/>
            <a:chExt cx="2409181" cy="432845"/>
          </a:xfrm>
        </p:grpSpPr>
        <p:sp>
          <p:nvSpPr>
            <p:cNvPr name="Freeform 7" id="7"/>
            <p:cNvSpPr/>
            <p:nvPr/>
          </p:nvSpPr>
          <p:spPr>
            <a:xfrm flipH="false" flipV="false" rot="0">
              <a:off x="0" y="0"/>
              <a:ext cx="2409181" cy="432845"/>
            </a:xfrm>
            <a:custGeom>
              <a:avLst/>
              <a:gdLst/>
              <a:ahLst/>
              <a:cxnLst/>
              <a:rect r="r" b="b" t="t" l="l"/>
              <a:pathLst>
                <a:path h="432845" w="2409181">
                  <a:moveTo>
                    <a:pt x="53168" y="0"/>
                  </a:moveTo>
                  <a:lnTo>
                    <a:pt x="2356013" y="0"/>
                  </a:lnTo>
                  <a:cubicBezTo>
                    <a:pt x="2385377" y="0"/>
                    <a:pt x="2409181" y="23804"/>
                    <a:pt x="2409181" y="53168"/>
                  </a:cubicBezTo>
                  <a:lnTo>
                    <a:pt x="2409181" y="379677"/>
                  </a:lnTo>
                  <a:cubicBezTo>
                    <a:pt x="2409181" y="393778"/>
                    <a:pt x="2403580" y="407302"/>
                    <a:pt x="2393609" y="417272"/>
                  </a:cubicBezTo>
                  <a:cubicBezTo>
                    <a:pt x="2383638" y="427243"/>
                    <a:pt x="2370114" y="432845"/>
                    <a:pt x="2356013" y="432845"/>
                  </a:cubicBezTo>
                  <a:lnTo>
                    <a:pt x="53168" y="432845"/>
                  </a:lnTo>
                  <a:cubicBezTo>
                    <a:pt x="39067" y="432845"/>
                    <a:pt x="25543" y="427243"/>
                    <a:pt x="15573" y="417272"/>
                  </a:cubicBezTo>
                  <a:cubicBezTo>
                    <a:pt x="5602" y="407302"/>
                    <a:pt x="0" y="393778"/>
                    <a:pt x="0" y="379677"/>
                  </a:cubicBezTo>
                  <a:lnTo>
                    <a:pt x="0" y="53168"/>
                  </a:lnTo>
                  <a:cubicBezTo>
                    <a:pt x="0" y="39067"/>
                    <a:pt x="5602" y="25543"/>
                    <a:pt x="15573" y="15573"/>
                  </a:cubicBezTo>
                  <a:cubicBezTo>
                    <a:pt x="25543" y="5602"/>
                    <a:pt x="39067" y="0"/>
                    <a:pt x="53168" y="0"/>
                  </a:cubicBezTo>
                  <a:close/>
                </a:path>
              </a:pathLst>
            </a:custGeom>
            <a:solidFill>
              <a:srgbClr val="EB9515"/>
            </a:solidFill>
          </p:spPr>
        </p:sp>
        <p:sp>
          <p:nvSpPr>
            <p:cNvPr name="TextBox 8" id="8"/>
            <p:cNvSpPr txBox="true"/>
            <p:nvPr/>
          </p:nvSpPr>
          <p:spPr>
            <a:xfrm>
              <a:off x="0" y="-38100"/>
              <a:ext cx="2409181" cy="470945"/>
            </a:xfrm>
            <a:prstGeom prst="rect">
              <a:avLst/>
            </a:prstGeom>
          </p:spPr>
          <p:txBody>
            <a:bodyPr anchor="ctr" rtlCol="false" tIns="50800" lIns="50800" bIns="50800" rIns="50800"/>
            <a:lstStyle/>
            <a:p>
              <a:pPr algn="ctr">
                <a:lnSpc>
                  <a:spcPts val="3079"/>
                </a:lnSpc>
                <a:spcBef>
                  <a:spcPct val="0"/>
                </a:spcBef>
              </a:pPr>
            </a:p>
          </p:txBody>
        </p:sp>
      </p:grpSp>
      <p:sp>
        <p:nvSpPr>
          <p:cNvPr name="Freeform 9" id="9"/>
          <p:cNvSpPr/>
          <p:nvPr/>
        </p:nvSpPr>
        <p:spPr>
          <a:xfrm flipH="false" flipV="false" rot="0">
            <a:off x="3945134" y="2128739"/>
            <a:ext cx="10606505" cy="7793647"/>
          </a:xfrm>
          <a:custGeom>
            <a:avLst/>
            <a:gdLst/>
            <a:ahLst/>
            <a:cxnLst/>
            <a:rect r="r" b="b" t="t" l="l"/>
            <a:pathLst>
              <a:path h="7793647" w="10606505">
                <a:moveTo>
                  <a:pt x="0" y="0"/>
                </a:moveTo>
                <a:lnTo>
                  <a:pt x="10606506" y="0"/>
                </a:lnTo>
                <a:lnTo>
                  <a:pt x="10606506" y="7793647"/>
                </a:lnTo>
                <a:lnTo>
                  <a:pt x="0" y="7793647"/>
                </a:lnTo>
                <a:lnTo>
                  <a:pt x="0" y="0"/>
                </a:lnTo>
                <a:close/>
              </a:path>
            </a:pathLst>
          </a:custGeom>
          <a:blipFill>
            <a:blip r:embed="rId4"/>
            <a:stretch>
              <a:fillRect l="0" t="0" r="-29195" b="0"/>
            </a:stretch>
          </a:blipFill>
        </p:spPr>
      </p:sp>
      <p:sp>
        <p:nvSpPr>
          <p:cNvPr name="TextBox 10" id="10"/>
          <p:cNvSpPr txBox="true"/>
          <p:nvPr/>
        </p:nvSpPr>
        <p:spPr>
          <a:xfrm rot="0">
            <a:off x="537984" y="840425"/>
            <a:ext cx="5145843" cy="1012189"/>
          </a:xfrm>
          <a:prstGeom prst="rect">
            <a:avLst/>
          </a:prstGeom>
        </p:spPr>
        <p:txBody>
          <a:bodyPr anchor="t" rtlCol="false" tIns="0" lIns="0" bIns="0" rIns="0">
            <a:spAutoFit/>
          </a:bodyPr>
          <a:lstStyle/>
          <a:p>
            <a:pPr algn="l">
              <a:lnSpc>
                <a:spcPts val="7599"/>
              </a:lnSpc>
            </a:pPr>
            <a:r>
              <a:rPr lang="en-US" sz="7599" spc="-379" b="true">
                <a:solidFill>
                  <a:srgbClr val="00192A"/>
                </a:solidFill>
                <a:latin typeface="Glacial Indifference Bold"/>
                <a:ea typeface="Glacial Indifference Bold"/>
                <a:cs typeface="Glacial Indifference Bold"/>
                <a:sym typeface="Glacial Indifference Bold"/>
              </a:rPr>
              <a:t>Contoh soal</a:t>
            </a:r>
          </a:p>
        </p:txBody>
      </p:sp>
      <p:grpSp>
        <p:nvGrpSpPr>
          <p:cNvPr name="Group 11" id="11"/>
          <p:cNvGrpSpPr/>
          <p:nvPr/>
        </p:nvGrpSpPr>
        <p:grpSpPr>
          <a:xfrm rot="0">
            <a:off x="17802225" y="-2541312"/>
            <a:ext cx="1456581" cy="12980712"/>
            <a:chOff x="0" y="0"/>
            <a:chExt cx="383626" cy="3418788"/>
          </a:xfrm>
        </p:grpSpPr>
        <p:sp>
          <p:nvSpPr>
            <p:cNvPr name="Freeform 12" id="12"/>
            <p:cNvSpPr/>
            <p:nvPr/>
          </p:nvSpPr>
          <p:spPr>
            <a:xfrm flipH="false" flipV="false" rot="0">
              <a:off x="0" y="0"/>
              <a:ext cx="383626" cy="3418788"/>
            </a:xfrm>
            <a:custGeom>
              <a:avLst/>
              <a:gdLst/>
              <a:ahLst/>
              <a:cxnLst/>
              <a:rect r="r" b="b" t="t" l="l"/>
              <a:pathLst>
                <a:path h="3418788" w="383626">
                  <a:moveTo>
                    <a:pt x="191813" y="0"/>
                  </a:moveTo>
                  <a:lnTo>
                    <a:pt x="191813" y="0"/>
                  </a:lnTo>
                  <a:cubicBezTo>
                    <a:pt x="242685" y="0"/>
                    <a:pt x="291474" y="20209"/>
                    <a:pt x="327446" y="56181"/>
                  </a:cubicBezTo>
                  <a:cubicBezTo>
                    <a:pt x="363417" y="92153"/>
                    <a:pt x="383626" y="140941"/>
                    <a:pt x="383626" y="191813"/>
                  </a:cubicBezTo>
                  <a:lnTo>
                    <a:pt x="383626" y="3226975"/>
                  </a:lnTo>
                  <a:cubicBezTo>
                    <a:pt x="383626" y="3277847"/>
                    <a:pt x="363417" y="3326635"/>
                    <a:pt x="327446" y="3362608"/>
                  </a:cubicBezTo>
                  <a:cubicBezTo>
                    <a:pt x="291474" y="3398579"/>
                    <a:pt x="242685" y="3418788"/>
                    <a:pt x="191813" y="3418788"/>
                  </a:cubicBezTo>
                  <a:lnTo>
                    <a:pt x="191813" y="3418788"/>
                  </a:lnTo>
                  <a:cubicBezTo>
                    <a:pt x="140941" y="3418788"/>
                    <a:pt x="92153" y="3398579"/>
                    <a:pt x="56181" y="3362608"/>
                  </a:cubicBezTo>
                  <a:cubicBezTo>
                    <a:pt x="20209" y="3326635"/>
                    <a:pt x="0" y="3277847"/>
                    <a:pt x="0" y="3226975"/>
                  </a:cubicBezTo>
                  <a:lnTo>
                    <a:pt x="0" y="191813"/>
                  </a:lnTo>
                  <a:cubicBezTo>
                    <a:pt x="0" y="140941"/>
                    <a:pt x="20209" y="92153"/>
                    <a:pt x="56181" y="56181"/>
                  </a:cubicBezTo>
                  <a:cubicBezTo>
                    <a:pt x="92153" y="20209"/>
                    <a:pt x="140941" y="0"/>
                    <a:pt x="191813" y="0"/>
                  </a:cubicBezTo>
                  <a:close/>
                </a:path>
              </a:pathLst>
            </a:custGeom>
            <a:solidFill>
              <a:srgbClr val="00192A"/>
            </a:solidFill>
          </p:spPr>
        </p:sp>
        <p:sp>
          <p:nvSpPr>
            <p:cNvPr name="TextBox 13" id="13"/>
            <p:cNvSpPr txBox="true"/>
            <p:nvPr/>
          </p:nvSpPr>
          <p:spPr>
            <a:xfrm>
              <a:off x="0" y="-38100"/>
              <a:ext cx="383626" cy="3456888"/>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17356734" y="1120140"/>
            <a:ext cx="1597082" cy="670560"/>
            <a:chOff x="0" y="0"/>
            <a:chExt cx="420631" cy="176608"/>
          </a:xfrm>
        </p:grpSpPr>
        <p:sp>
          <p:nvSpPr>
            <p:cNvPr name="Freeform 15" id="15"/>
            <p:cNvSpPr/>
            <p:nvPr/>
          </p:nvSpPr>
          <p:spPr>
            <a:xfrm flipH="false" flipV="false" rot="0">
              <a:off x="0" y="0"/>
              <a:ext cx="420631" cy="176608"/>
            </a:xfrm>
            <a:custGeom>
              <a:avLst/>
              <a:gdLst/>
              <a:ahLst/>
              <a:cxnLst/>
              <a:rect r="r" b="b" t="t" l="l"/>
              <a:pathLst>
                <a:path h="176608" w="420631">
                  <a:moveTo>
                    <a:pt x="88304" y="0"/>
                  </a:moveTo>
                  <a:lnTo>
                    <a:pt x="332326" y="0"/>
                  </a:lnTo>
                  <a:cubicBezTo>
                    <a:pt x="355746" y="0"/>
                    <a:pt x="378207" y="9303"/>
                    <a:pt x="394767" y="25864"/>
                  </a:cubicBezTo>
                  <a:cubicBezTo>
                    <a:pt x="411327" y="42424"/>
                    <a:pt x="420631" y="64885"/>
                    <a:pt x="420631" y="88304"/>
                  </a:cubicBezTo>
                  <a:lnTo>
                    <a:pt x="420631" y="88304"/>
                  </a:lnTo>
                  <a:cubicBezTo>
                    <a:pt x="420631" y="137073"/>
                    <a:pt x="381096" y="176608"/>
                    <a:pt x="332326" y="176608"/>
                  </a:cubicBezTo>
                  <a:lnTo>
                    <a:pt x="88304" y="176608"/>
                  </a:lnTo>
                  <a:cubicBezTo>
                    <a:pt x="64885" y="176608"/>
                    <a:pt x="42424" y="167305"/>
                    <a:pt x="25864" y="150745"/>
                  </a:cubicBezTo>
                  <a:cubicBezTo>
                    <a:pt x="9303" y="134185"/>
                    <a:pt x="0" y="111724"/>
                    <a:pt x="0" y="88304"/>
                  </a:cubicBezTo>
                  <a:lnTo>
                    <a:pt x="0" y="88304"/>
                  </a:lnTo>
                  <a:cubicBezTo>
                    <a:pt x="0" y="64885"/>
                    <a:pt x="9303" y="42424"/>
                    <a:pt x="25864" y="25864"/>
                  </a:cubicBezTo>
                  <a:cubicBezTo>
                    <a:pt x="42424" y="9303"/>
                    <a:pt x="64885" y="0"/>
                    <a:pt x="88304" y="0"/>
                  </a:cubicBezTo>
                  <a:close/>
                </a:path>
              </a:pathLst>
            </a:custGeom>
            <a:solidFill>
              <a:srgbClr val="00192A"/>
            </a:solidFill>
          </p:spPr>
        </p:sp>
        <p:sp>
          <p:nvSpPr>
            <p:cNvPr name="TextBox 16" id="16"/>
            <p:cNvSpPr txBox="true"/>
            <p:nvPr/>
          </p:nvSpPr>
          <p:spPr>
            <a:xfrm>
              <a:off x="0" y="-38100"/>
              <a:ext cx="420631" cy="214708"/>
            </a:xfrm>
            <a:prstGeom prst="rect">
              <a:avLst/>
            </a:prstGeom>
          </p:spPr>
          <p:txBody>
            <a:bodyPr anchor="ctr" rtlCol="false" tIns="50800" lIns="50800" bIns="50800" rIns="50800"/>
            <a:lstStyle/>
            <a:p>
              <a:pPr algn="ctr">
                <a:lnSpc>
                  <a:spcPts val="3079"/>
                </a:lnSpc>
                <a:spcBef>
                  <a:spcPct val="0"/>
                </a:spcBef>
              </a:pPr>
            </a:p>
          </p:txBody>
        </p:sp>
      </p:grpSp>
      <p:sp>
        <p:nvSpPr>
          <p:cNvPr name="TextBox 17" id="17"/>
          <p:cNvSpPr txBox="true"/>
          <p:nvPr/>
        </p:nvSpPr>
        <p:spPr>
          <a:xfrm rot="0">
            <a:off x="17301768" y="1238250"/>
            <a:ext cx="853507" cy="491490"/>
          </a:xfrm>
          <a:prstGeom prst="rect">
            <a:avLst/>
          </a:prstGeom>
        </p:spPr>
        <p:txBody>
          <a:bodyPr anchor="t" rtlCol="false" tIns="0" lIns="0" bIns="0" rIns="0">
            <a:spAutoFit/>
          </a:bodyPr>
          <a:lstStyle/>
          <a:p>
            <a:pPr algn="r">
              <a:lnSpc>
                <a:spcPts val="3600"/>
              </a:lnSpc>
            </a:pPr>
            <a:r>
              <a:rPr lang="en-US" b="true" sz="3600" spc="-144">
                <a:solidFill>
                  <a:srgbClr val="FFFFFF"/>
                </a:solidFill>
                <a:latin typeface="Inter Bold"/>
                <a:ea typeface="Inter Bold"/>
                <a:cs typeface="Inter Bold"/>
                <a:sym typeface="Inter Bold"/>
              </a:rPr>
              <a:t>11</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649825" y="-2693712"/>
            <a:ext cx="1456581" cy="12980712"/>
            <a:chOff x="0" y="0"/>
            <a:chExt cx="383626" cy="3418788"/>
          </a:xfrm>
        </p:grpSpPr>
        <p:sp>
          <p:nvSpPr>
            <p:cNvPr name="Freeform 3" id="3"/>
            <p:cNvSpPr/>
            <p:nvPr/>
          </p:nvSpPr>
          <p:spPr>
            <a:xfrm flipH="false" flipV="false" rot="0">
              <a:off x="0" y="0"/>
              <a:ext cx="383626" cy="3418788"/>
            </a:xfrm>
            <a:custGeom>
              <a:avLst/>
              <a:gdLst/>
              <a:ahLst/>
              <a:cxnLst/>
              <a:rect r="r" b="b" t="t" l="l"/>
              <a:pathLst>
                <a:path h="3418788" w="383626">
                  <a:moveTo>
                    <a:pt x="191813" y="0"/>
                  </a:moveTo>
                  <a:lnTo>
                    <a:pt x="191813" y="0"/>
                  </a:lnTo>
                  <a:cubicBezTo>
                    <a:pt x="242685" y="0"/>
                    <a:pt x="291474" y="20209"/>
                    <a:pt x="327446" y="56181"/>
                  </a:cubicBezTo>
                  <a:cubicBezTo>
                    <a:pt x="363417" y="92153"/>
                    <a:pt x="383626" y="140941"/>
                    <a:pt x="383626" y="191813"/>
                  </a:cubicBezTo>
                  <a:lnTo>
                    <a:pt x="383626" y="3226975"/>
                  </a:lnTo>
                  <a:cubicBezTo>
                    <a:pt x="383626" y="3277847"/>
                    <a:pt x="363417" y="3326635"/>
                    <a:pt x="327446" y="3362608"/>
                  </a:cubicBezTo>
                  <a:cubicBezTo>
                    <a:pt x="291474" y="3398579"/>
                    <a:pt x="242685" y="3418788"/>
                    <a:pt x="191813" y="3418788"/>
                  </a:cubicBezTo>
                  <a:lnTo>
                    <a:pt x="191813" y="3418788"/>
                  </a:lnTo>
                  <a:cubicBezTo>
                    <a:pt x="140941" y="3418788"/>
                    <a:pt x="92153" y="3398579"/>
                    <a:pt x="56181" y="3362608"/>
                  </a:cubicBezTo>
                  <a:cubicBezTo>
                    <a:pt x="20209" y="3326635"/>
                    <a:pt x="0" y="3277847"/>
                    <a:pt x="0" y="3226975"/>
                  </a:cubicBezTo>
                  <a:lnTo>
                    <a:pt x="0" y="191813"/>
                  </a:lnTo>
                  <a:cubicBezTo>
                    <a:pt x="0" y="140941"/>
                    <a:pt x="20209" y="92153"/>
                    <a:pt x="56181" y="56181"/>
                  </a:cubicBezTo>
                  <a:cubicBezTo>
                    <a:pt x="92153" y="20209"/>
                    <a:pt x="140941" y="0"/>
                    <a:pt x="191813" y="0"/>
                  </a:cubicBezTo>
                  <a:close/>
                </a:path>
              </a:pathLst>
            </a:custGeom>
            <a:solidFill>
              <a:srgbClr val="00192A"/>
            </a:solidFill>
          </p:spPr>
        </p:sp>
        <p:sp>
          <p:nvSpPr>
            <p:cNvPr name="TextBox 4" id="4"/>
            <p:cNvSpPr txBox="true"/>
            <p:nvPr/>
          </p:nvSpPr>
          <p:spPr>
            <a:xfrm>
              <a:off x="0" y="-38100"/>
              <a:ext cx="383626" cy="345688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818045" y="451168"/>
            <a:ext cx="7426227" cy="1334232"/>
            <a:chOff x="0" y="0"/>
            <a:chExt cx="2409181" cy="432845"/>
          </a:xfrm>
        </p:grpSpPr>
        <p:sp>
          <p:nvSpPr>
            <p:cNvPr name="Freeform 6" id="6"/>
            <p:cNvSpPr/>
            <p:nvPr/>
          </p:nvSpPr>
          <p:spPr>
            <a:xfrm flipH="false" flipV="false" rot="0">
              <a:off x="0" y="0"/>
              <a:ext cx="2409181" cy="432845"/>
            </a:xfrm>
            <a:custGeom>
              <a:avLst/>
              <a:gdLst/>
              <a:ahLst/>
              <a:cxnLst/>
              <a:rect r="r" b="b" t="t" l="l"/>
              <a:pathLst>
                <a:path h="432845" w="2409181">
                  <a:moveTo>
                    <a:pt x="53168" y="0"/>
                  </a:moveTo>
                  <a:lnTo>
                    <a:pt x="2356013" y="0"/>
                  </a:lnTo>
                  <a:cubicBezTo>
                    <a:pt x="2385377" y="0"/>
                    <a:pt x="2409181" y="23804"/>
                    <a:pt x="2409181" y="53168"/>
                  </a:cubicBezTo>
                  <a:lnTo>
                    <a:pt x="2409181" y="379677"/>
                  </a:lnTo>
                  <a:cubicBezTo>
                    <a:pt x="2409181" y="393778"/>
                    <a:pt x="2403580" y="407302"/>
                    <a:pt x="2393609" y="417272"/>
                  </a:cubicBezTo>
                  <a:cubicBezTo>
                    <a:pt x="2383638" y="427243"/>
                    <a:pt x="2370114" y="432845"/>
                    <a:pt x="2356013" y="432845"/>
                  </a:cubicBezTo>
                  <a:lnTo>
                    <a:pt x="53168" y="432845"/>
                  </a:lnTo>
                  <a:cubicBezTo>
                    <a:pt x="39067" y="432845"/>
                    <a:pt x="25543" y="427243"/>
                    <a:pt x="15573" y="417272"/>
                  </a:cubicBezTo>
                  <a:cubicBezTo>
                    <a:pt x="5602" y="407302"/>
                    <a:pt x="0" y="393778"/>
                    <a:pt x="0" y="379677"/>
                  </a:cubicBezTo>
                  <a:lnTo>
                    <a:pt x="0" y="53168"/>
                  </a:lnTo>
                  <a:cubicBezTo>
                    <a:pt x="0" y="39067"/>
                    <a:pt x="5602" y="25543"/>
                    <a:pt x="15573" y="15573"/>
                  </a:cubicBezTo>
                  <a:cubicBezTo>
                    <a:pt x="25543" y="5602"/>
                    <a:pt x="39067" y="0"/>
                    <a:pt x="53168" y="0"/>
                  </a:cubicBezTo>
                  <a:close/>
                </a:path>
              </a:pathLst>
            </a:custGeom>
            <a:solidFill>
              <a:srgbClr val="EB9515"/>
            </a:solidFill>
          </p:spPr>
        </p:sp>
        <p:sp>
          <p:nvSpPr>
            <p:cNvPr name="TextBox 7" id="7"/>
            <p:cNvSpPr txBox="true"/>
            <p:nvPr/>
          </p:nvSpPr>
          <p:spPr>
            <a:xfrm>
              <a:off x="0" y="-38100"/>
              <a:ext cx="2409181" cy="470945"/>
            </a:xfrm>
            <a:prstGeom prst="rect">
              <a:avLst/>
            </a:prstGeom>
          </p:spPr>
          <p:txBody>
            <a:bodyPr anchor="ctr" rtlCol="false" tIns="50800" lIns="50800" bIns="50800" rIns="50800"/>
            <a:lstStyle/>
            <a:p>
              <a:pPr algn="ctr">
                <a:lnSpc>
                  <a:spcPts val="3079"/>
                </a:lnSpc>
                <a:spcBef>
                  <a:spcPct val="0"/>
                </a:spcBef>
              </a:pPr>
            </a:p>
          </p:txBody>
        </p:sp>
      </p:grpSp>
      <p:sp>
        <p:nvSpPr>
          <p:cNvPr name="Freeform 8" id="8"/>
          <p:cNvSpPr/>
          <p:nvPr/>
        </p:nvSpPr>
        <p:spPr>
          <a:xfrm flipH="false" flipV="false" rot="0">
            <a:off x="1765341" y="2240970"/>
            <a:ext cx="13884612" cy="7698456"/>
          </a:xfrm>
          <a:custGeom>
            <a:avLst/>
            <a:gdLst/>
            <a:ahLst/>
            <a:cxnLst/>
            <a:rect r="r" b="b" t="t" l="l"/>
            <a:pathLst>
              <a:path h="7698456" w="13884612">
                <a:moveTo>
                  <a:pt x="0" y="0"/>
                </a:moveTo>
                <a:lnTo>
                  <a:pt x="13884612" y="0"/>
                </a:lnTo>
                <a:lnTo>
                  <a:pt x="13884612" y="7698456"/>
                </a:lnTo>
                <a:lnTo>
                  <a:pt x="0" y="7698456"/>
                </a:lnTo>
                <a:lnTo>
                  <a:pt x="0" y="0"/>
                </a:lnTo>
                <a:close/>
              </a:path>
            </a:pathLst>
          </a:custGeom>
          <a:blipFill>
            <a:blip r:embed="rId2"/>
            <a:stretch>
              <a:fillRect l="-29192" t="-35695" r="-29192" b="-24987"/>
            </a:stretch>
          </a:blipFill>
        </p:spPr>
      </p:sp>
      <p:sp>
        <p:nvSpPr>
          <p:cNvPr name="TextBox 9" id="9"/>
          <p:cNvSpPr txBox="true"/>
          <p:nvPr/>
        </p:nvSpPr>
        <p:spPr>
          <a:xfrm rot="0">
            <a:off x="264139" y="594043"/>
            <a:ext cx="6607821" cy="1012189"/>
          </a:xfrm>
          <a:prstGeom prst="rect">
            <a:avLst/>
          </a:prstGeom>
        </p:spPr>
        <p:txBody>
          <a:bodyPr anchor="t" rtlCol="false" tIns="0" lIns="0" bIns="0" rIns="0">
            <a:spAutoFit/>
          </a:bodyPr>
          <a:lstStyle/>
          <a:p>
            <a:pPr algn="l">
              <a:lnSpc>
                <a:spcPts val="7599"/>
              </a:lnSpc>
            </a:pPr>
            <a:r>
              <a:rPr lang="en-US" sz="7599" spc="-379" b="true">
                <a:solidFill>
                  <a:srgbClr val="00192A"/>
                </a:solidFill>
                <a:latin typeface="Glacial Indifference Bold"/>
                <a:ea typeface="Glacial Indifference Bold"/>
                <a:cs typeface="Glacial Indifference Bold"/>
                <a:sym typeface="Glacial Indifference Bold"/>
              </a:rPr>
              <a:t>Output Solusi</a:t>
            </a:r>
          </a:p>
        </p:txBody>
      </p:sp>
      <p:grpSp>
        <p:nvGrpSpPr>
          <p:cNvPr name="Group 10" id="10"/>
          <p:cNvGrpSpPr/>
          <p:nvPr/>
        </p:nvGrpSpPr>
        <p:grpSpPr>
          <a:xfrm rot="0">
            <a:off x="17802225" y="-2541312"/>
            <a:ext cx="1456581" cy="12980712"/>
            <a:chOff x="0" y="0"/>
            <a:chExt cx="383626" cy="3418788"/>
          </a:xfrm>
        </p:grpSpPr>
        <p:sp>
          <p:nvSpPr>
            <p:cNvPr name="Freeform 11" id="11"/>
            <p:cNvSpPr/>
            <p:nvPr/>
          </p:nvSpPr>
          <p:spPr>
            <a:xfrm flipH="false" flipV="false" rot="0">
              <a:off x="0" y="0"/>
              <a:ext cx="383626" cy="3418788"/>
            </a:xfrm>
            <a:custGeom>
              <a:avLst/>
              <a:gdLst/>
              <a:ahLst/>
              <a:cxnLst/>
              <a:rect r="r" b="b" t="t" l="l"/>
              <a:pathLst>
                <a:path h="3418788" w="383626">
                  <a:moveTo>
                    <a:pt x="191813" y="0"/>
                  </a:moveTo>
                  <a:lnTo>
                    <a:pt x="191813" y="0"/>
                  </a:lnTo>
                  <a:cubicBezTo>
                    <a:pt x="242685" y="0"/>
                    <a:pt x="291474" y="20209"/>
                    <a:pt x="327446" y="56181"/>
                  </a:cubicBezTo>
                  <a:cubicBezTo>
                    <a:pt x="363417" y="92153"/>
                    <a:pt x="383626" y="140941"/>
                    <a:pt x="383626" y="191813"/>
                  </a:cubicBezTo>
                  <a:lnTo>
                    <a:pt x="383626" y="3226975"/>
                  </a:lnTo>
                  <a:cubicBezTo>
                    <a:pt x="383626" y="3277847"/>
                    <a:pt x="363417" y="3326635"/>
                    <a:pt x="327446" y="3362608"/>
                  </a:cubicBezTo>
                  <a:cubicBezTo>
                    <a:pt x="291474" y="3398579"/>
                    <a:pt x="242685" y="3418788"/>
                    <a:pt x="191813" y="3418788"/>
                  </a:cubicBezTo>
                  <a:lnTo>
                    <a:pt x="191813" y="3418788"/>
                  </a:lnTo>
                  <a:cubicBezTo>
                    <a:pt x="140941" y="3418788"/>
                    <a:pt x="92153" y="3398579"/>
                    <a:pt x="56181" y="3362608"/>
                  </a:cubicBezTo>
                  <a:cubicBezTo>
                    <a:pt x="20209" y="3326635"/>
                    <a:pt x="0" y="3277847"/>
                    <a:pt x="0" y="3226975"/>
                  </a:cubicBezTo>
                  <a:lnTo>
                    <a:pt x="0" y="191813"/>
                  </a:lnTo>
                  <a:cubicBezTo>
                    <a:pt x="0" y="140941"/>
                    <a:pt x="20209" y="92153"/>
                    <a:pt x="56181" y="56181"/>
                  </a:cubicBezTo>
                  <a:cubicBezTo>
                    <a:pt x="92153" y="20209"/>
                    <a:pt x="140941" y="0"/>
                    <a:pt x="191813" y="0"/>
                  </a:cubicBezTo>
                  <a:close/>
                </a:path>
              </a:pathLst>
            </a:custGeom>
            <a:solidFill>
              <a:srgbClr val="00192A"/>
            </a:solidFill>
          </p:spPr>
        </p:sp>
        <p:sp>
          <p:nvSpPr>
            <p:cNvPr name="TextBox 12" id="12"/>
            <p:cNvSpPr txBox="true"/>
            <p:nvPr/>
          </p:nvSpPr>
          <p:spPr>
            <a:xfrm>
              <a:off x="0" y="-38100"/>
              <a:ext cx="383626" cy="3456888"/>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17356734" y="1120140"/>
            <a:ext cx="1597082" cy="670560"/>
            <a:chOff x="0" y="0"/>
            <a:chExt cx="420631" cy="176608"/>
          </a:xfrm>
        </p:grpSpPr>
        <p:sp>
          <p:nvSpPr>
            <p:cNvPr name="Freeform 14" id="14"/>
            <p:cNvSpPr/>
            <p:nvPr/>
          </p:nvSpPr>
          <p:spPr>
            <a:xfrm flipH="false" flipV="false" rot="0">
              <a:off x="0" y="0"/>
              <a:ext cx="420631" cy="176608"/>
            </a:xfrm>
            <a:custGeom>
              <a:avLst/>
              <a:gdLst/>
              <a:ahLst/>
              <a:cxnLst/>
              <a:rect r="r" b="b" t="t" l="l"/>
              <a:pathLst>
                <a:path h="176608" w="420631">
                  <a:moveTo>
                    <a:pt x="88304" y="0"/>
                  </a:moveTo>
                  <a:lnTo>
                    <a:pt x="332326" y="0"/>
                  </a:lnTo>
                  <a:cubicBezTo>
                    <a:pt x="355746" y="0"/>
                    <a:pt x="378207" y="9303"/>
                    <a:pt x="394767" y="25864"/>
                  </a:cubicBezTo>
                  <a:cubicBezTo>
                    <a:pt x="411327" y="42424"/>
                    <a:pt x="420631" y="64885"/>
                    <a:pt x="420631" y="88304"/>
                  </a:cubicBezTo>
                  <a:lnTo>
                    <a:pt x="420631" y="88304"/>
                  </a:lnTo>
                  <a:cubicBezTo>
                    <a:pt x="420631" y="137073"/>
                    <a:pt x="381096" y="176608"/>
                    <a:pt x="332326" y="176608"/>
                  </a:cubicBezTo>
                  <a:lnTo>
                    <a:pt x="88304" y="176608"/>
                  </a:lnTo>
                  <a:cubicBezTo>
                    <a:pt x="64885" y="176608"/>
                    <a:pt x="42424" y="167305"/>
                    <a:pt x="25864" y="150745"/>
                  </a:cubicBezTo>
                  <a:cubicBezTo>
                    <a:pt x="9303" y="134185"/>
                    <a:pt x="0" y="111724"/>
                    <a:pt x="0" y="88304"/>
                  </a:cubicBezTo>
                  <a:lnTo>
                    <a:pt x="0" y="88304"/>
                  </a:lnTo>
                  <a:cubicBezTo>
                    <a:pt x="0" y="64885"/>
                    <a:pt x="9303" y="42424"/>
                    <a:pt x="25864" y="25864"/>
                  </a:cubicBezTo>
                  <a:cubicBezTo>
                    <a:pt x="42424" y="9303"/>
                    <a:pt x="64885" y="0"/>
                    <a:pt x="88304" y="0"/>
                  </a:cubicBezTo>
                  <a:close/>
                </a:path>
              </a:pathLst>
            </a:custGeom>
            <a:solidFill>
              <a:srgbClr val="00192A"/>
            </a:solidFill>
          </p:spPr>
        </p:sp>
        <p:sp>
          <p:nvSpPr>
            <p:cNvPr name="TextBox 15" id="15"/>
            <p:cNvSpPr txBox="true"/>
            <p:nvPr/>
          </p:nvSpPr>
          <p:spPr>
            <a:xfrm>
              <a:off x="0" y="-38100"/>
              <a:ext cx="420631" cy="214708"/>
            </a:xfrm>
            <a:prstGeom prst="rect">
              <a:avLst/>
            </a:prstGeom>
          </p:spPr>
          <p:txBody>
            <a:bodyPr anchor="ctr" rtlCol="false" tIns="50800" lIns="50800" bIns="50800" rIns="50800"/>
            <a:lstStyle/>
            <a:p>
              <a:pPr algn="ctr">
                <a:lnSpc>
                  <a:spcPts val="3079"/>
                </a:lnSpc>
                <a:spcBef>
                  <a:spcPct val="0"/>
                </a:spcBef>
              </a:pPr>
            </a:p>
          </p:txBody>
        </p:sp>
      </p:grpSp>
      <p:sp>
        <p:nvSpPr>
          <p:cNvPr name="TextBox 16" id="16"/>
          <p:cNvSpPr txBox="true"/>
          <p:nvPr/>
        </p:nvSpPr>
        <p:spPr>
          <a:xfrm rot="0">
            <a:off x="17301768" y="1238250"/>
            <a:ext cx="853507" cy="491490"/>
          </a:xfrm>
          <a:prstGeom prst="rect">
            <a:avLst/>
          </a:prstGeom>
        </p:spPr>
        <p:txBody>
          <a:bodyPr anchor="t" rtlCol="false" tIns="0" lIns="0" bIns="0" rIns="0">
            <a:spAutoFit/>
          </a:bodyPr>
          <a:lstStyle/>
          <a:p>
            <a:pPr algn="r">
              <a:lnSpc>
                <a:spcPts val="3600"/>
              </a:lnSpc>
            </a:pPr>
            <a:r>
              <a:rPr lang="en-US" b="true" sz="3600" spc="-144">
                <a:solidFill>
                  <a:srgbClr val="FFFFFF"/>
                </a:solidFill>
                <a:latin typeface="Inter Bold"/>
                <a:ea typeface="Inter Bold"/>
                <a:cs typeface="Inter Bold"/>
                <a:sym typeface="Inter Bold"/>
              </a:rPr>
              <a:t>12</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649825" y="-2693712"/>
            <a:ext cx="1456581" cy="12980712"/>
            <a:chOff x="0" y="0"/>
            <a:chExt cx="383626" cy="3418788"/>
          </a:xfrm>
        </p:grpSpPr>
        <p:sp>
          <p:nvSpPr>
            <p:cNvPr name="Freeform 3" id="3"/>
            <p:cNvSpPr/>
            <p:nvPr/>
          </p:nvSpPr>
          <p:spPr>
            <a:xfrm flipH="false" flipV="false" rot="0">
              <a:off x="0" y="0"/>
              <a:ext cx="383626" cy="3418788"/>
            </a:xfrm>
            <a:custGeom>
              <a:avLst/>
              <a:gdLst/>
              <a:ahLst/>
              <a:cxnLst/>
              <a:rect r="r" b="b" t="t" l="l"/>
              <a:pathLst>
                <a:path h="3418788" w="383626">
                  <a:moveTo>
                    <a:pt x="191813" y="0"/>
                  </a:moveTo>
                  <a:lnTo>
                    <a:pt x="191813" y="0"/>
                  </a:lnTo>
                  <a:cubicBezTo>
                    <a:pt x="242685" y="0"/>
                    <a:pt x="291474" y="20209"/>
                    <a:pt x="327446" y="56181"/>
                  </a:cubicBezTo>
                  <a:cubicBezTo>
                    <a:pt x="363417" y="92153"/>
                    <a:pt x="383626" y="140941"/>
                    <a:pt x="383626" y="191813"/>
                  </a:cubicBezTo>
                  <a:lnTo>
                    <a:pt x="383626" y="3226975"/>
                  </a:lnTo>
                  <a:cubicBezTo>
                    <a:pt x="383626" y="3277847"/>
                    <a:pt x="363417" y="3326635"/>
                    <a:pt x="327446" y="3362608"/>
                  </a:cubicBezTo>
                  <a:cubicBezTo>
                    <a:pt x="291474" y="3398579"/>
                    <a:pt x="242685" y="3418788"/>
                    <a:pt x="191813" y="3418788"/>
                  </a:cubicBezTo>
                  <a:lnTo>
                    <a:pt x="191813" y="3418788"/>
                  </a:lnTo>
                  <a:cubicBezTo>
                    <a:pt x="140941" y="3418788"/>
                    <a:pt x="92153" y="3398579"/>
                    <a:pt x="56181" y="3362608"/>
                  </a:cubicBezTo>
                  <a:cubicBezTo>
                    <a:pt x="20209" y="3326635"/>
                    <a:pt x="0" y="3277847"/>
                    <a:pt x="0" y="3226975"/>
                  </a:cubicBezTo>
                  <a:lnTo>
                    <a:pt x="0" y="191813"/>
                  </a:lnTo>
                  <a:cubicBezTo>
                    <a:pt x="0" y="140941"/>
                    <a:pt x="20209" y="92153"/>
                    <a:pt x="56181" y="56181"/>
                  </a:cubicBezTo>
                  <a:cubicBezTo>
                    <a:pt x="92153" y="20209"/>
                    <a:pt x="140941" y="0"/>
                    <a:pt x="191813" y="0"/>
                  </a:cubicBezTo>
                  <a:close/>
                </a:path>
              </a:pathLst>
            </a:custGeom>
            <a:solidFill>
              <a:srgbClr val="00192A"/>
            </a:solidFill>
          </p:spPr>
        </p:sp>
        <p:sp>
          <p:nvSpPr>
            <p:cNvPr name="TextBox 4" id="4"/>
            <p:cNvSpPr txBox="true"/>
            <p:nvPr/>
          </p:nvSpPr>
          <p:spPr>
            <a:xfrm>
              <a:off x="0" y="-38100"/>
              <a:ext cx="383626" cy="345688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234652" y="518383"/>
            <a:ext cx="7426227" cy="1334232"/>
            <a:chOff x="0" y="0"/>
            <a:chExt cx="2409181" cy="432845"/>
          </a:xfrm>
        </p:grpSpPr>
        <p:sp>
          <p:nvSpPr>
            <p:cNvPr name="Freeform 6" id="6"/>
            <p:cNvSpPr/>
            <p:nvPr/>
          </p:nvSpPr>
          <p:spPr>
            <a:xfrm flipH="false" flipV="false" rot="0">
              <a:off x="0" y="0"/>
              <a:ext cx="2409181" cy="432845"/>
            </a:xfrm>
            <a:custGeom>
              <a:avLst/>
              <a:gdLst/>
              <a:ahLst/>
              <a:cxnLst/>
              <a:rect r="r" b="b" t="t" l="l"/>
              <a:pathLst>
                <a:path h="432845" w="2409181">
                  <a:moveTo>
                    <a:pt x="53168" y="0"/>
                  </a:moveTo>
                  <a:lnTo>
                    <a:pt x="2356013" y="0"/>
                  </a:lnTo>
                  <a:cubicBezTo>
                    <a:pt x="2385377" y="0"/>
                    <a:pt x="2409181" y="23804"/>
                    <a:pt x="2409181" y="53168"/>
                  </a:cubicBezTo>
                  <a:lnTo>
                    <a:pt x="2409181" y="379677"/>
                  </a:lnTo>
                  <a:cubicBezTo>
                    <a:pt x="2409181" y="393778"/>
                    <a:pt x="2403580" y="407302"/>
                    <a:pt x="2393609" y="417272"/>
                  </a:cubicBezTo>
                  <a:cubicBezTo>
                    <a:pt x="2383638" y="427243"/>
                    <a:pt x="2370114" y="432845"/>
                    <a:pt x="2356013" y="432845"/>
                  </a:cubicBezTo>
                  <a:lnTo>
                    <a:pt x="53168" y="432845"/>
                  </a:lnTo>
                  <a:cubicBezTo>
                    <a:pt x="39067" y="432845"/>
                    <a:pt x="25543" y="427243"/>
                    <a:pt x="15573" y="417272"/>
                  </a:cubicBezTo>
                  <a:cubicBezTo>
                    <a:pt x="5602" y="407302"/>
                    <a:pt x="0" y="393778"/>
                    <a:pt x="0" y="379677"/>
                  </a:cubicBezTo>
                  <a:lnTo>
                    <a:pt x="0" y="53168"/>
                  </a:lnTo>
                  <a:cubicBezTo>
                    <a:pt x="0" y="39067"/>
                    <a:pt x="5602" y="25543"/>
                    <a:pt x="15573" y="15573"/>
                  </a:cubicBezTo>
                  <a:cubicBezTo>
                    <a:pt x="25543" y="5602"/>
                    <a:pt x="39067" y="0"/>
                    <a:pt x="53168" y="0"/>
                  </a:cubicBezTo>
                  <a:close/>
                </a:path>
              </a:pathLst>
            </a:custGeom>
            <a:solidFill>
              <a:srgbClr val="EB9515"/>
            </a:solidFill>
          </p:spPr>
        </p:sp>
        <p:sp>
          <p:nvSpPr>
            <p:cNvPr name="TextBox 7" id="7"/>
            <p:cNvSpPr txBox="true"/>
            <p:nvPr/>
          </p:nvSpPr>
          <p:spPr>
            <a:xfrm>
              <a:off x="0" y="-38100"/>
              <a:ext cx="2409181" cy="470945"/>
            </a:xfrm>
            <a:prstGeom prst="rect">
              <a:avLst/>
            </a:prstGeom>
          </p:spPr>
          <p:txBody>
            <a:bodyPr anchor="ctr" rtlCol="false" tIns="50800" lIns="50800" bIns="50800" rIns="50800"/>
            <a:lstStyle/>
            <a:p>
              <a:pPr algn="ctr">
                <a:lnSpc>
                  <a:spcPts val="3079"/>
                </a:lnSpc>
                <a:spcBef>
                  <a:spcPct val="0"/>
                </a:spcBef>
              </a:pPr>
            </a:p>
          </p:txBody>
        </p:sp>
      </p:grpSp>
      <p:sp>
        <p:nvSpPr>
          <p:cNvPr name="Freeform 8" id="8"/>
          <p:cNvSpPr/>
          <p:nvPr/>
        </p:nvSpPr>
        <p:spPr>
          <a:xfrm flipH="false" flipV="false" rot="0">
            <a:off x="6547998" y="682786"/>
            <a:ext cx="9912190" cy="8921429"/>
          </a:xfrm>
          <a:custGeom>
            <a:avLst/>
            <a:gdLst/>
            <a:ahLst/>
            <a:cxnLst/>
            <a:rect r="r" b="b" t="t" l="l"/>
            <a:pathLst>
              <a:path h="8921429" w="9912190">
                <a:moveTo>
                  <a:pt x="0" y="0"/>
                </a:moveTo>
                <a:lnTo>
                  <a:pt x="9912189" y="0"/>
                </a:lnTo>
                <a:lnTo>
                  <a:pt x="9912189" y="8921428"/>
                </a:lnTo>
                <a:lnTo>
                  <a:pt x="0" y="8921428"/>
                </a:lnTo>
                <a:lnTo>
                  <a:pt x="0" y="0"/>
                </a:lnTo>
                <a:close/>
              </a:path>
            </a:pathLst>
          </a:custGeom>
          <a:blipFill>
            <a:blip r:embed="rId2"/>
            <a:stretch>
              <a:fillRect l="0" t="-17382" r="0" b="0"/>
            </a:stretch>
          </a:blipFill>
        </p:spPr>
      </p:sp>
      <p:sp>
        <p:nvSpPr>
          <p:cNvPr name="TextBox 9" id="9"/>
          <p:cNvSpPr txBox="true"/>
          <p:nvPr/>
        </p:nvSpPr>
        <p:spPr>
          <a:xfrm rot="0">
            <a:off x="356784" y="750842"/>
            <a:ext cx="6607821" cy="1012189"/>
          </a:xfrm>
          <a:prstGeom prst="rect">
            <a:avLst/>
          </a:prstGeom>
        </p:spPr>
        <p:txBody>
          <a:bodyPr anchor="t" rtlCol="false" tIns="0" lIns="0" bIns="0" rIns="0">
            <a:spAutoFit/>
          </a:bodyPr>
          <a:lstStyle/>
          <a:p>
            <a:pPr algn="l">
              <a:lnSpc>
                <a:spcPts val="7599"/>
              </a:lnSpc>
            </a:pPr>
            <a:r>
              <a:rPr lang="en-US" sz="7599" spc="-379" b="true">
                <a:solidFill>
                  <a:srgbClr val="00192A"/>
                </a:solidFill>
                <a:latin typeface="Glacial Indifference Bold"/>
                <a:ea typeface="Glacial Indifference Bold"/>
                <a:cs typeface="Glacial Indifference Bold"/>
                <a:sym typeface="Glacial Indifference Bold"/>
              </a:rPr>
              <a:t>Output Solusi</a:t>
            </a:r>
          </a:p>
        </p:txBody>
      </p:sp>
      <p:grpSp>
        <p:nvGrpSpPr>
          <p:cNvPr name="Group 10" id="10"/>
          <p:cNvGrpSpPr/>
          <p:nvPr/>
        </p:nvGrpSpPr>
        <p:grpSpPr>
          <a:xfrm rot="0">
            <a:off x="17802225" y="-2541312"/>
            <a:ext cx="1456581" cy="12980712"/>
            <a:chOff x="0" y="0"/>
            <a:chExt cx="383626" cy="3418788"/>
          </a:xfrm>
        </p:grpSpPr>
        <p:sp>
          <p:nvSpPr>
            <p:cNvPr name="Freeform 11" id="11"/>
            <p:cNvSpPr/>
            <p:nvPr/>
          </p:nvSpPr>
          <p:spPr>
            <a:xfrm flipH="false" flipV="false" rot="0">
              <a:off x="0" y="0"/>
              <a:ext cx="383626" cy="3418788"/>
            </a:xfrm>
            <a:custGeom>
              <a:avLst/>
              <a:gdLst/>
              <a:ahLst/>
              <a:cxnLst/>
              <a:rect r="r" b="b" t="t" l="l"/>
              <a:pathLst>
                <a:path h="3418788" w="383626">
                  <a:moveTo>
                    <a:pt x="191813" y="0"/>
                  </a:moveTo>
                  <a:lnTo>
                    <a:pt x="191813" y="0"/>
                  </a:lnTo>
                  <a:cubicBezTo>
                    <a:pt x="242685" y="0"/>
                    <a:pt x="291474" y="20209"/>
                    <a:pt x="327446" y="56181"/>
                  </a:cubicBezTo>
                  <a:cubicBezTo>
                    <a:pt x="363417" y="92153"/>
                    <a:pt x="383626" y="140941"/>
                    <a:pt x="383626" y="191813"/>
                  </a:cubicBezTo>
                  <a:lnTo>
                    <a:pt x="383626" y="3226975"/>
                  </a:lnTo>
                  <a:cubicBezTo>
                    <a:pt x="383626" y="3277847"/>
                    <a:pt x="363417" y="3326635"/>
                    <a:pt x="327446" y="3362608"/>
                  </a:cubicBezTo>
                  <a:cubicBezTo>
                    <a:pt x="291474" y="3398579"/>
                    <a:pt x="242685" y="3418788"/>
                    <a:pt x="191813" y="3418788"/>
                  </a:cubicBezTo>
                  <a:lnTo>
                    <a:pt x="191813" y="3418788"/>
                  </a:lnTo>
                  <a:cubicBezTo>
                    <a:pt x="140941" y="3418788"/>
                    <a:pt x="92153" y="3398579"/>
                    <a:pt x="56181" y="3362608"/>
                  </a:cubicBezTo>
                  <a:cubicBezTo>
                    <a:pt x="20209" y="3326635"/>
                    <a:pt x="0" y="3277847"/>
                    <a:pt x="0" y="3226975"/>
                  </a:cubicBezTo>
                  <a:lnTo>
                    <a:pt x="0" y="191813"/>
                  </a:lnTo>
                  <a:cubicBezTo>
                    <a:pt x="0" y="140941"/>
                    <a:pt x="20209" y="92153"/>
                    <a:pt x="56181" y="56181"/>
                  </a:cubicBezTo>
                  <a:cubicBezTo>
                    <a:pt x="92153" y="20209"/>
                    <a:pt x="140941" y="0"/>
                    <a:pt x="191813" y="0"/>
                  </a:cubicBezTo>
                  <a:close/>
                </a:path>
              </a:pathLst>
            </a:custGeom>
            <a:solidFill>
              <a:srgbClr val="00192A"/>
            </a:solidFill>
          </p:spPr>
        </p:sp>
        <p:sp>
          <p:nvSpPr>
            <p:cNvPr name="TextBox 12" id="12"/>
            <p:cNvSpPr txBox="true"/>
            <p:nvPr/>
          </p:nvSpPr>
          <p:spPr>
            <a:xfrm>
              <a:off x="0" y="-38100"/>
              <a:ext cx="383626" cy="3456888"/>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17356734" y="1120140"/>
            <a:ext cx="1597082" cy="670560"/>
            <a:chOff x="0" y="0"/>
            <a:chExt cx="420631" cy="176608"/>
          </a:xfrm>
        </p:grpSpPr>
        <p:sp>
          <p:nvSpPr>
            <p:cNvPr name="Freeform 14" id="14"/>
            <p:cNvSpPr/>
            <p:nvPr/>
          </p:nvSpPr>
          <p:spPr>
            <a:xfrm flipH="false" flipV="false" rot="0">
              <a:off x="0" y="0"/>
              <a:ext cx="420631" cy="176608"/>
            </a:xfrm>
            <a:custGeom>
              <a:avLst/>
              <a:gdLst/>
              <a:ahLst/>
              <a:cxnLst/>
              <a:rect r="r" b="b" t="t" l="l"/>
              <a:pathLst>
                <a:path h="176608" w="420631">
                  <a:moveTo>
                    <a:pt x="88304" y="0"/>
                  </a:moveTo>
                  <a:lnTo>
                    <a:pt x="332326" y="0"/>
                  </a:lnTo>
                  <a:cubicBezTo>
                    <a:pt x="355746" y="0"/>
                    <a:pt x="378207" y="9303"/>
                    <a:pt x="394767" y="25864"/>
                  </a:cubicBezTo>
                  <a:cubicBezTo>
                    <a:pt x="411327" y="42424"/>
                    <a:pt x="420631" y="64885"/>
                    <a:pt x="420631" y="88304"/>
                  </a:cubicBezTo>
                  <a:lnTo>
                    <a:pt x="420631" y="88304"/>
                  </a:lnTo>
                  <a:cubicBezTo>
                    <a:pt x="420631" y="137073"/>
                    <a:pt x="381096" y="176608"/>
                    <a:pt x="332326" y="176608"/>
                  </a:cubicBezTo>
                  <a:lnTo>
                    <a:pt x="88304" y="176608"/>
                  </a:lnTo>
                  <a:cubicBezTo>
                    <a:pt x="64885" y="176608"/>
                    <a:pt x="42424" y="167305"/>
                    <a:pt x="25864" y="150745"/>
                  </a:cubicBezTo>
                  <a:cubicBezTo>
                    <a:pt x="9303" y="134185"/>
                    <a:pt x="0" y="111724"/>
                    <a:pt x="0" y="88304"/>
                  </a:cubicBezTo>
                  <a:lnTo>
                    <a:pt x="0" y="88304"/>
                  </a:lnTo>
                  <a:cubicBezTo>
                    <a:pt x="0" y="64885"/>
                    <a:pt x="9303" y="42424"/>
                    <a:pt x="25864" y="25864"/>
                  </a:cubicBezTo>
                  <a:cubicBezTo>
                    <a:pt x="42424" y="9303"/>
                    <a:pt x="64885" y="0"/>
                    <a:pt x="88304" y="0"/>
                  </a:cubicBezTo>
                  <a:close/>
                </a:path>
              </a:pathLst>
            </a:custGeom>
            <a:solidFill>
              <a:srgbClr val="00192A"/>
            </a:solidFill>
          </p:spPr>
        </p:sp>
        <p:sp>
          <p:nvSpPr>
            <p:cNvPr name="TextBox 15" id="15"/>
            <p:cNvSpPr txBox="true"/>
            <p:nvPr/>
          </p:nvSpPr>
          <p:spPr>
            <a:xfrm>
              <a:off x="0" y="-38100"/>
              <a:ext cx="420631" cy="214708"/>
            </a:xfrm>
            <a:prstGeom prst="rect">
              <a:avLst/>
            </a:prstGeom>
          </p:spPr>
          <p:txBody>
            <a:bodyPr anchor="ctr" rtlCol="false" tIns="50800" lIns="50800" bIns="50800" rIns="50800"/>
            <a:lstStyle/>
            <a:p>
              <a:pPr algn="ctr">
                <a:lnSpc>
                  <a:spcPts val="3079"/>
                </a:lnSpc>
                <a:spcBef>
                  <a:spcPct val="0"/>
                </a:spcBef>
              </a:pPr>
            </a:p>
          </p:txBody>
        </p:sp>
      </p:grpSp>
      <p:sp>
        <p:nvSpPr>
          <p:cNvPr name="TextBox 16" id="16"/>
          <p:cNvSpPr txBox="true"/>
          <p:nvPr/>
        </p:nvSpPr>
        <p:spPr>
          <a:xfrm rot="0">
            <a:off x="17301768" y="1238250"/>
            <a:ext cx="853507" cy="491490"/>
          </a:xfrm>
          <a:prstGeom prst="rect">
            <a:avLst/>
          </a:prstGeom>
        </p:spPr>
        <p:txBody>
          <a:bodyPr anchor="t" rtlCol="false" tIns="0" lIns="0" bIns="0" rIns="0">
            <a:spAutoFit/>
          </a:bodyPr>
          <a:lstStyle/>
          <a:p>
            <a:pPr algn="r">
              <a:lnSpc>
                <a:spcPts val="3600"/>
              </a:lnSpc>
            </a:pPr>
            <a:r>
              <a:rPr lang="en-US" b="true" sz="3600" spc="-144">
                <a:solidFill>
                  <a:srgbClr val="FFFFFF"/>
                </a:solidFill>
                <a:latin typeface="Inter Bold"/>
                <a:ea typeface="Inter Bold"/>
                <a:cs typeface="Inter Bold"/>
                <a:sym typeface="Inter Bold"/>
              </a:rPr>
              <a:t>13</a:t>
            </a:r>
          </a:p>
        </p:txBody>
      </p:sp>
      <p:sp>
        <p:nvSpPr>
          <p:cNvPr name="TextBox 17" id="17"/>
          <p:cNvSpPr txBox="true"/>
          <p:nvPr/>
        </p:nvSpPr>
        <p:spPr>
          <a:xfrm rot="0">
            <a:off x="440821" y="2280007"/>
            <a:ext cx="5560443" cy="1974214"/>
          </a:xfrm>
          <a:prstGeom prst="rect">
            <a:avLst/>
          </a:prstGeom>
        </p:spPr>
        <p:txBody>
          <a:bodyPr anchor="t" rtlCol="false" tIns="0" lIns="0" bIns="0" rIns="0">
            <a:spAutoFit/>
          </a:bodyPr>
          <a:lstStyle/>
          <a:p>
            <a:pPr algn="l">
              <a:lnSpc>
                <a:spcPts val="7599"/>
              </a:lnSpc>
            </a:pPr>
            <a:r>
              <a:rPr lang="en-US" sz="7599" spc="-379" b="true">
                <a:solidFill>
                  <a:srgbClr val="00192A"/>
                </a:solidFill>
                <a:latin typeface="Glacial Indifference Bold"/>
                <a:ea typeface="Glacial Indifference Bold"/>
                <a:cs typeface="Glacial Indifference Bold"/>
                <a:sym typeface="Glacial Indifference Bold"/>
              </a:rPr>
              <a:t>Plot Visualisasi</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54216" y="7844816"/>
            <a:ext cx="19596433" cy="2442184"/>
            <a:chOff x="0" y="0"/>
            <a:chExt cx="5161200" cy="643209"/>
          </a:xfrm>
        </p:grpSpPr>
        <p:sp>
          <p:nvSpPr>
            <p:cNvPr name="Freeform 3" id="3"/>
            <p:cNvSpPr/>
            <p:nvPr/>
          </p:nvSpPr>
          <p:spPr>
            <a:xfrm flipH="false" flipV="false" rot="0">
              <a:off x="0" y="0"/>
              <a:ext cx="5161200" cy="643209"/>
            </a:xfrm>
            <a:custGeom>
              <a:avLst/>
              <a:gdLst/>
              <a:ahLst/>
              <a:cxnLst/>
              <a:rect r="r" b="b" t="t" l="l"/>
              <a:pathLst>
                <a:path h="643209" w="5161200">
                  <a:moveTo>
                    <a:pt x="20148" y="0"/>
                  </a:moveTo>
                  <a:lnTo>
                    <a:pt x="5141052" y="0"/>
                  </a:lnTo>
                  <a:cubicBezTo>
                    <a:pt x="5152180" y="0"/>
                    <a:pt x="5161200" y="9021"/>
                    <a:pt x="5161200" y="20148"/>
                  </a:cubicBezTo>
                  <a:lnTo>
                    <a:pt x="5161200" y="623060"/>
                  </a:lnTo>
                  <a:cubicBezTo>
                    <a:pt x="5161200" y="628404"/>
                    <a:pt x="5159078" y="633529"/>
                    <a:pt x="5155299" y="637308"/>
                  </a:cubicBezTo>
                  <a:cubicBezTo>
                    <a:pt x="5151520" y="641086"/>
                    <a:pt x="5146396" y="643209"/>
                    <a:pt x="5141052" y="643209"/>
                  </a:cubicBezTo>
                  <a:lnTo>
                    <a:pt x="20148" y="643209"/>
                  </a:lnTo>
                  <a:cubicBezTo>
                    <a:pt x="9021" y="643209"/>
                    <a:pt x="0" y="634188"/>
                    <a:pt x="0" y="623060"/>
                  </a:cubicBezTo>
                  <a:lnTo>
                    <a:pt x="0" y="20148"/>
                  </a:lnTo>
                  <a:cubicBezTo>
                    <a:pt x="0" y="9021"/>
                    <a:pt x="9021" y="0"/>
                    <a:pt x="20148" y="0"/>
                  </a:cubicBezTo>
                  <a:close/>
                </a:path>
              </a:pathLst>
            </a:custGeom>
            <a:solidFill>
              <a:srgbClr val="FFFFFF"/>
            </a:solidFill>
          </p:spPr>
        </p:sp>
        <p:sp>
          <p:nvSpPr>
            <p:cNvPr name="TextBox 4" id="4"/>
            <p:cNvSpPr txBox="true"/>
            <p:nvPr/>
          </p:nvSpPr>
          <p:spPr>
            <a:xfrm>
              <a:off x="0" y="-38100"/>
              <a:ext cx="5161200" cy="681309"/>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792470">
            <a:off x="-991724" y="2246589"/>
            <a:ext cx="3389930" cy="3346786"/>
          </a:xfrm>
          <a:custGeom>
            <a:avLst/>
            <a:gdLst/>
            <a:ahLst/>
            <a:cxnLst/>
            <a:rect r="r" b="b" t="t" l="l"/>
            <a:pathLst>
              <a:path h="3346786" w="3389930">
                <a:moveTo>
                  <a:pt x="0" y="0"/>
                </a:moveTo>
                <a:lnTo>
                  <a:pt x="3389930" y="0"/>
                </a:lnTo>
                <a:lnTo>
                  <a:pt x="3389930" y="3346785"/>
                </a:lnTo>
                <a:lnTo>
                  <a:pt x="0" y="33467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0" y="-2658851"/>
            <a:ext cx="19556652" cy="5663459"/>
            <a:chOff x="0" y="0"/>
            <a:chExt cx="5150723" cy="1491611"/>
          </a:xfrm>
        </p:grpSpPr>
        <p:sp>
          <p:nvSpPr>
            <p:cNvPr name="Freeform 7" id="7"/>
            <p:cNvSpPr/>
            <p:nvPr/>
          </p:nvSpPr>
          <p:spPr>
            <a:xfrm flipH="false" flipV="false" rot="0">
              <a:off x="0" y="0"/>
              <a:ext cx="5150723" cy="1491611"/>
            </a:xfrm>
            <a:custGeom>
              <a:avLst/>
              <a:gdLst/>
              <a:ahLst/>
              <a:cxnLst/>
              <a:rect r="r" b="b" t="t" l="l"/>
              <a:pathLst>
                <a:path h="1491611" w="5150723">
                  <a:moveTo>
                    <a:pt x="0" y="0"/>
                  </a:moveTo>
                  <a:lnTo>
                    <a:pt x="5150723" y="0"/>
                  </a:lnTo>
                  <a:lnTo>
                    <a:pt x="5150723" y="1491611"/>
                  </a:lnTo>
                  <a:lnTo>
                    <a:pt x="0" y="1491611"/>
                  </a:lnTo>
                  <a:close/>
                </a:path>
              </a:pathLst>
            </a:custGeom>
            <a:solidFill>
              <a:srgbClr val="EB9515"/>
            </a:solidFill>
          </p:spPr>
        </p:sp>
        <p:sp>
          <p:nvSpPr>
            <p:cNvPr name="TextBox 8" id="8"/>
            <p:cNvSpPr txBox="true"/>
            <p:nvPr/>
          </p:nvSpPr>
          <p:spPr>
            <a:xfrm>
              <a:off x="0" y="-38100"/>
              <a:ext cx="5150723" cy="1529711"/>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4312943" y="657934"/>
            <a:ext cx="9662114" cy="1433747"/>
          </a:xfrm>
          <a:prstGeom prst="rect">
            <a:avLst/>
          </a:prstGeom>
        </p:spPr>
        <p:txBody>
          <a:bodyPr anchor="t" rtlCol="false" tIns="0" lIns="0" bIns="0" rIns="0">
            <a:spAutoFit/>
          </a:bodyPr>
          <a:lstStyle/>
          <a:p>
            <a:pPr algn="ctr">
              <a:lnSpc>
                <a:spcPts val="10702"/>
              </a:lnSpc>
            </a:pPr>
            <a:r>
              <a:rPr lang="en-US" b="true" sz="10702" spc="-535">
                <a:solidFill>
                  <a:srgbClr val="FFFFFF"/>
                </a:solidFill>
                <a:latin typeface="Glacial Indifference Bold"/>
                <a:ea typeface="Glacial Indifference Bold"/>
                <a:cs typeface="Glacial Indifference Bold"/>
                <a:sym typeface="Glacial Indifference Bold"/>
              </a:rPr>
              <a:t>Kesimpulan</a:t>
            </a:r>
          </a:p>
        </p:txBody>
      </p:sp>
      <p:sp>
        <p:nvSpPr>
          <p:cNvPr name="TextBox 10" id="10"/>
          <p:cNvSpPr txBox="true"/>
          <p:nvPr/>
        </p:nvSpPr>
        <p:spPr>
          <a:xfrm rot="0">
            <a:off x="1651513" y="3238087"/>
            <a:ext cx="15607787" cy="6436709"/>
          </a:xfrm>
          <a:prstGeom prst="rect">
            <a:avLst/>
          </a:prstGeom>
        </p:spPr>
        <p:txBody>
          <a:bodyPr anchor="t" rtlCol="false" tIns="0" lIns="0" bIns="0" rIns="0">
            <a:spAutoFit/>
          </a:bodyPr>
          <a:lstStyle/>
          <a:p>
            <a:pPr algn="just">
              <a:lnSpc>
                <a:spcPts val="7354"/>
              </a:lnSpc>
            </a:pPr>
            <a:r>
              <a:rPr lang="en-US" sz="5529" spc="-276">
                <a:solidFill>
                  <a:srgbClr val="00192A"/>
                </a:solidFill>
                <a:latin typeface="Glacial Indifference"/>
                <a:ea typeface="Glacial Indifference"/>
                <a:cs typeface="Glacial Indifference"/>
                <a:sym typeface="Glacial Indifference"/>
              </a:rPr>
              <a:t>Metode Newton-Raphson berbasis OOP adalah solusi numerik yang cepat dan efisien untuk mencari akar persamaan nonlinier. Keberhasilan metode ini sangat bergantung pada pemilihan tebakan awal dan ketersediaan turunan fungsi, yang terbukti efektif menyelesaikan fungsi polinomial dan trigonometri dalam jumlah iterasi yang singkat</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0192A"/>
        </a:solidFill>
      </p:bgPr>
    </p:bg>
    <p:spTree>
      <p:nvGrpSpPr>
        <p:cNvPr id="1" name=""/>
        <p:cNvGrpSpPr/>
        <p:nvPr/>
      </p:nvGrpSpPr>
      <p:grpSpPr>
        <a:xfrm>
          <a:off x="0" y="0"/>
          <a:ext cx="0" cy="0"/>
          <a:chOff x="0" y="0"/>
          <a:chExt cx="0" cy="0"/>
        </a:xfrm>
      </p:grpSpPr>
      <p:grpSp>
        <p:nvGrpSpPr>
          <p:cNvPr name="Group 2" id="2"/>
          <p:cNvGrpSpPr/>
          <p:nvPr/>
        </p:nvGrpSpPr>
        <p:grpSpPr>
          <a:xfrm rot="0">
            <a:off x="17649825" y="-2693712"/>
            <a:ext cx="1456581" cy="15571345"/>
            <a:chOff x="0" y="0"/>
            <a:chExt cx="383626" cy="4101095"/>
          </a:xfrm>
        </p:grpSpPr>
        <p:sp>
          <p:nvSpPr>
            <p:cNvPr name="Freeform 3" id="3"/>
            <p:cNvSpPr/>
            <p:nvPr/>
          </p:nvSpPr>
          <p:spPr>
            <a:xfrm flipH="false" flipV="false" rot="0">
              <a:off x="0" y="0"/>
              <a:ext cx="383626" cy="4101095"/>
            </a:xfrm>
            <a:custGeom>
              <a:avLst/>
              <a:gdLst/>
              <a:ahLst/>
              <a:cxnLst/>
              <a:rect r="r" b="b" t="t" l="l"/>
              <a:pathLst>
                <a:path h="4101095" w="383626">
                  <a:moveTo>
                    <a:pt x="191813" y="0"/>
                  </a:moveTo>
                  <a:lnTo>
                    <a:pt x="191813" y="0"/>
                  </a:lnTo>
                  <a:cubicBezTo>
                    <a:pt x="242685" y="0"/>
                    <a:pt x="291474" y="20209"/>
                    <a:pt x="327446" y="56181"/>
                  </a:cubicBezTo>
                  <a:cubicBezTo>
                    <a:pt x="363417" y="92153"/>
                    <a:pt x="383626" y="140941"/>
                    <a:pt x="383626" y="191813"/>
                  </a:cubicBezTo>
                  <a:lnTo>
                    <a:pt x="383626" y="3909282"/>
                  </a:lnTo>
                  <a:cubicBezTo>
                    <a:pt x="383626" y="3960154"/>
                    <a:pt x="363417" y="4008942"/>
                    <a:pt x="327446" y="4044914"/>
                  </a:cubicBezTo>
                  <a:cubicBezTo>
                    <a:pt x="291474" y="4080886"/>
                    <a:pt x="242685" y="4101095"/>
                    <a:pt x="191813" y="4101095"/>
                  </a:cubicBezTo>
                  <a:lnTo>
                    <a:pt x="191813" y="4101095"/>
                  </a:lnTo>
                  <a:cubicBezTo>
                    <a:pt x="140941" y="4101095"/>
                    <a:pt x="92153" y="4080886"/>
                    <a:pt x="56181" y="4044914"/>
                  </a:cubicBezTo>
                  <a:cubicBezTo>
                    <a:pt x="20209" y="4008942"/>
                    <a:pt x="0" y="3960154"/>
                    <a:pt x="0" y="3909282"/>
                  </a:cubicBezTo>
                  <a:lnTo>
                    <a:pt x="0" y="191813"/>
                  </a:lnTo>
                  <a:cubicBezTo>
                    <a:pt x="0" y="140941"/>
                    <a:pt x="20209" y="92153"/>
                    <a:pt x="56181" y="56181"/>
                  </a:cubicBezTo>
                  <a:cubicBezTo>
                    <a:pt x="92153" y="20209"/>
                    <a:pt x="140941" y="0"/>
                    <a:pt x="191813" y="0"/>
                  </a:cubicBezTo>
                  <a:close/>
                </a:path>
              </a:pathLst>
            </a:custGeom>
            <a:solidFill>
              <a:srgbClr val="EB9515"/>
            </a:solidFill>
          </p:spPr>
        </p:sp>
        <p:sp>
          <p:nvSpPr>
            <p:cNvPr name="TextBox 4" id="4"/>
            <p:cNvSpPr txBox="true"/>
            <p:nvPr/>
          </p:nvSpPr>
          <p:spPr>
            <a:xfrm>
              <a:off x="0" y="-38100"/>
              <a:ext cx="383626" cy="4139195"/>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2373009" y="3668284"/>
            <a:ext cx="13541983" cy="1990721"/>
          </a:xfrm>
          <a:prstGeom prst="rect">
            <a:avLst/>
          </a:prstGeom>
        </p:spPr>
        <p:txBody>
          <a:bodyPr anchor="t" rtlCol="false" tIns="0" lIns="0" bIns="0" rIns="0">
            <a:spAutoFit/>
          </a:bodyPr>
          <a:lstStyle/>
          <a:p>
            <a:pPr algn="ctr">
              <a:lnSpc>
                <a:spcPts val="14999"/>
              </a:lnSpc>
            </a:pPr>
            <a:r>
              <a:rPr lang="en-US" b="true" sz="14999" spc="-749">
                <a:solidFill>
                  <a:srgbClr val="FFFFFF"/>
                </a:solidFill>
                <a:latin typeface="Glacial Indifference Bold"/>
                <a:ea typeface="Glacial Indifference Bold"/>
                <a:cs typeface="Glacial Indifference Bold"/>
                <a:sym typeface="Glacial Indifference Bold"/>
              </a:rPr>
              <a:t>Terima Kasih</a:t>
            </a:r>
          </a:p>
        </p:txBody>
      </p:sp>
      <p:grpSp>
        <p:nvGrpSpPr>
          <p:cNvPr name="Group 6" id="6"/>
          <p:cNvGrpSpPr/>
          <p:nvPr/>
        </p:nvGrpSpPr>
        <p:grpSpPr>
          <a:xfrm rot="0">
            <a:off x="-654216" y="8173511"/>
            <a:ext cx="19596433" cy="2442184"/>
            <a:chOff x="0" y="0"/>
            <a:chExt cx="5161200" cy="643209"/>
          </a:xfrm>
        </p:grpSpPr>
        <p:sp>
          <p:nvSpPr>
            <p:cNvPr name="Freeform 7" id="7"/>
            <p:cNvSpPr/>
            <p:nvPr/>
          </p:nvSpPr>
          <p:spPr>
            <a:xfrm flipH="false" flipV="false" rot="0">
              <a:off x="0" y="0"/>
              <a:ext cx="5161200" cy="643209"/>
            </a:xfrm>
            <a:custGeom>
              <a:avLst/>
              <a:gdLst/>
              <a:ahLst/>
              <a:cxnLst/>
              <a:rect r="r" b="b" t="t" l="l"/>
              <a:pathLst>
                <a:path h="643209" w="5161200">
                  <a:moveTo>
                    <a:pt x="20148" y="0"/>
                  </a:moveTo>
                  <a:lnTo>
                    <a:pt x="5141052" y="0"/>
                  </a:lnTo>
                  <a:cubicBezTo>
                    <a:pt x="5152180" y="0"/>
                    <a:pt x="5161200" y="9021"/>
                    <a:pt x="5161200" y="20148"/>
                  </a:cubicBezTo>
                  <a:lnTo>
                    <a:pt x="5161200" y="623060"/>
                  </a:lnTo>
                  <a:cubicBezTo>
                    <a:pt x="5161200" y="628404"/>
                    <a:pt x="5159078" y="633529"/>
                    <a:pt x="5155299" y="637308"/>
                  </a:cubicBezTo>
                  <a:cubicBezTo>
                    <a:pt x="5151520" y="641086"/>
                    <a:pt x="5146396" y="643209"/>
                    <a:pt x="5141052" y="643209"/>
                  </a:cubicBezTo>
                  <a:lnTo>
                    <a:pt x="20148" y="643209"/>
                  </a:lnTo>
                  <a:cubicBezTo>
                    <a:pt x="9021" y="643209"/>
                    <a:pt x="0" y="634188"/>
                    <a:pt x="0" y="623060"/>
                  </a:cubicBezTo>
                  <a:lnTo>
                    <a:pt x="0" y="20148"/>
                  </a:lnTo>
                  <a:cubicBezTo>
                    <a:pt x="0" y="9021"/>
                    <a:pt x="9021" y="0"/>
                    <a:pt x="20148" y="0"/>
                  </a:cubicBezTo>
                  <a:close/>
                </a:path>
              </a:pathLst>
            </a:custGeom>
            <a:solidFill>
              <a:srgbClr val="FFFFFF"/>
            </a:solidFill>
          </p:spPr>
        </p:sp>
        <p:sp>
          <p:nvSpPr>
            <p:cNvPr name="TextBox 8" id="8"/>
            <p:cNvSpPr txBox="true"/>
            <p:nvPr/>
          </p:nvSpPr>
          <p:spPr>
            <a:xfrm>
              <a:off x="0" y="-38100"/>
              <a:ext cx="5161200" cy="681309"/>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792470">
            <a:off x="-991724" y="2246589"/>
            <a:ext cx="3389930" cy="3346786"/>
          </a:xfrm>
          <a:custGeom>
            <a:avLst/>
            <a:gdLst/>
            <a:ahLst/>
            <a:cxnLst/>
            <a:rect r="r" b="b" t="t" l="l"/>
            <a:pathLst>
              <a:path h="3346786" w="3389930">
                <a:moveTo>
                  <a:pt x="0" y="0"/>
                </a:moveTo>
                <a:lnTo>
                  <a:pt x="3389930" y="0"/>
                </a:lnTo>
                <a:lnTo>
                  <a:pt x="3389930" y="3346785"/>
                </a:lnTo>
                <a:lnTo>
                  <a:pt x="0" y="33467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DAHGTMNZJFk</dc:identifier>
  <dcterms:modified xsi:type="dcterms:W3CDTF">2011-08-01T06:04:30Z</dcterms:modified>
  <cp:revision>1</cp:revision>
  <dc:title>KLP 3 PPT NEWTON RAPHSON</dc:title>
</cp:coreProperties>
</file>